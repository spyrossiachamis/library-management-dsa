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7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8" r:id="rId3"/>
    <p:sldId id="258" r:id="rId4"/>
    <p:sldId id="303" r:id="rId5"/>
    <p:sldId id="259" r:id="rId6"/>
    <p:sldId id="297" r:id="rId7"/>
    <p:sldId id="298" r:id="rId8"/>
    <p:sldId id="299" r:id="rId9"/>
    <p:sldId id="300" r:id="rId10"/>
    <p:sldId id="274" r:id="rId11"/>
    <p:sldId id="290" r:id="rId12"/>
    <p:sldId id="291" r:id="rId13"/>
    <p:sldId id="292" r:id="rId14"/>
    <p:sldId id="293" r:id="rId15"/>
    <p:sldId id="294" r:id="rId16"/>
    <p:sldId id="301" r:id="rId17"/>
    <p:sldId id="286" r:id="rId18"/>
    <p:sldId id="30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1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ron Tsatsarakis" userId="45ba414a-9bd0-41ca-8a26-35edf985176d" providerId="ADAL" clId="{8A7957C0-2B55-4722-9E82-FF9BFA2097FE}"/>
    <pc:docChg chg="undo redo custSel addSld delSld modSld sldOrd addMainMaster delMainMaster modMainMaster">
      <pc:chgData name="Myron Tsatsarakis" userId="45ba414a-9bd0-41ca-8a26-35edf985176d" providerId="ADAL" clId="{8A7957C0-2B55-4722-9E82-FF9BFA2097FE}" dt="2024-12-01T16:43:11.517" v="7338" actId="931"/>
      <pc:docMkLst>
        <pc:docMk/>
      </pc:docMkLst>
      <pc:sldChg chg="modSp new mod">
        <pc:chgData name="Myron Tsatsarakis" userId="45ba414a-9bd0-41ca-8a26-35edf985176d" providerId="ADAL" clId="{8A7957C0-2B55-4722-9E82-FF9BFA2097FE}" dt="2024-11-30T18:34:57.352" v="199" actId="20577"/>
        <pc:sldMkLst>
          <pc:docMk/>
          <pc:sldMk cId="3748109842" sldId="256"/>
        </pc:sldMkLst>
        <pc:spChg chg="mod">
          <ac:chgData name="Myron Tsatsarakis" userId="45ba414a-9bd0-41ca-8a26-35edf985176d" providerId="ADAL" clId="{8A7957C0-2B55-4722-9E82-FF9BFA2097FE}" dt="2024-11-29T13:01:29.795" v="122" actId="20577"/>
          <ac:spMkLst>
            <pc:docMk/>
            <pc:sldMk cId="3748109842" sldId="256"/>
            <ac:spMk id="2" creationId="{1614B17C-9BE9-44D1-9608-A28741EEED74}"/>
          </ac:spMkLst>
        </pc:spChg>
        <pc:spChg chg="mod">
          <ac:chgData name="Myron Tsatsarakis" userId="45ba414a-9bd0-41ca-8a26-35edf985176d" providerId="ADAL" clId="{8A7957C0-2B55-4722-9E82-FF9BFA2097FE}" dt="2024-11-30T18:34:57.352" v="199" actId="20577"/>
          <ac:spMkLst>
            <pc:docMk/>
            <pc:sldMk cId="3748109842" sldId="256"/>
            <ac:spMk id="3" creationId="{EE534C76-C43B-481F-9FFB-50D2E8444E0D}"/>
          </ac:spMkLst>
        </pc:spChg>
      </pc:sldChg>
      <pc:sldChg chg="modSp new mod">
        <pc:chgData name="Myron Tsatsarakis" userId="45ba414a-9bd0-41ca-8a26-35edf985176d" providerId="ADAL" clId="{8A7957C0-2B55-4722-9E82-FF9BFA2097FE}" dt="2024-12-01T14:25:25.818" v="4012" actId="27636"/>
        <pc:sldMkLst>
          <pc:docMk/>
          <pc:sldMk cId="575418456" sldId="257"/>
        </pc:sldMkLst>
        <pc:spChg chg="mod">
          <ac:chgData name="Myron Tsatsarakis" userId="45ba414a-9bd0-41ca-8a26-35edf985176d" providerId="ADAL" clId="{8A7957C0-2B55-4722-9E82-FF9BFA2097FE}" dt="2024-11-30T18:36:11.547" v="215" actId="20577"/>
          <ac:spMkLst>
            <pc:docMk/>
            <pc:sldMk cId="575418456" sldId="257"/>
            <ac:spMk id="2" creationId="{4308A2CE-B84B-4414-8388-754FFEE5712E}"/>
          </ac:spMkLst>
        </pc:spChg>
        <pc:spChg chg="mod">
          <ac:chgData name="Myron Tsatsarakis" userId="45ba414a-9bd0-41ca-8a26-35edf985176d" providerId="ADAL" clId="{8A7957C0-2B55-4722-9E82-FF9BFA2097FE}" dt="2024-12-01T14:25:25.818" v="4012" actId="27636"/>
          <ac:spMkLst>
            <pc:docMk/>
            <pc:sldMk cId="575418456" sldId="257"/>
            <ac:spMk id="3" creationId="{C6451B10-4C6A-45FA-BBAB-70E81A75EF74}"/>
          </ac:spMkLst>
        </pc:spChg>
      </pc:sldChg>
      <pc:sldChg chg="addSp delSp modSp new mod modClrScheme chgLayout">
        <pc:chgData name="Myron Tsatsarakis" userId="45ba414a-9bd0-41ca-8a26-35edf985176d" providerId="ADAL" clId="{8A7957C0-2B55-4722-9E82-FF9BFA2097FE}" dt="2024-11-30T18:52:54.895" v="582" actId="20577"/>
        <pc:sldMkLst>
          <pc:docMk/>
          <pc:sldMk cId="2679999074" sldId="258"/>
        </pc:sldMkLst>
        <pc:spChg chg="mod ord">
          <ac:chgData name="Myron Tsatsarakis" userId="45ba414a-9bd0-41ca-8a26-35edf985176d" providerId="ADAL" clId="{8A7957C0-2B55-4722-9E82-FF9BFA2097FE}" dt="2024-11-30T18:52:54.895" v="582" actId="20577"/>
          <ac:spMkLst>
            <pc:docMk/>
            <pc:sldMk cId="2679999074" sldId="258"/>
            <ac:spMk id="2" creationId="{BBCB76BA-3444-433E-9D95-31FC87924119}"/>
          </ac:spMkLst>
        </pc:spChg>
        <pc:spChg chg="del mod ord">
          <ac:chgData name="Myron Tsatsarakis" userId="45ba414a-9bd0-41ca-8a26-35edf985176d" providerId="ADAL" clId="{8A7957C0-2B55-4722-9E82-FF9BFA2097FE}" dt="2024-11-30T18:52:24.287" v="580" actId="700"/>
          <ac:spMkLst>
            <pc:docMk/>
            <pc:sldMk cId="2679999074" sldId="258"/>
            <ac:spMk id="3" creationId="{BD80AB87-EA85-484B-AE34-28F2D3768CAB}"/>
          </ac:spMkLst>
        </pc:spChg>
        <pc:spChg chg="mod ord">
          <ac:chgData name="Myron Tsatsarakis" userId="45ba414a-9bd0-41ca-8a26-35edf985176d" providerId="ADAL" clId="{8A7957C0-2B55-4722-9E82-FF9BFA2097FE}" dt="2024-11-30T18:52:24.287" v="580" actId="700"/>
          <ac:spMkLst>
            <pc:docMk/>
            <pc:sldMk cId="2679999074" sldId="258"/>
            <ac:spMk id="4" creationId="{61DDAA97-A522-4310-A148-32C03A055361}"/>
          </ac:spMkLst>
        </pc:spChg>
        <pc:spChg chg="add mod ord">
          <ac:chgData name="Myron Tsatsarakis" userId="45ba414a-9bd0-41ca-8a26-35edf985176d" providerId="ADAL" clId="{8A7957C0-2B55-4722-9E82-FF9BFA2097FE}" dt="2024-11-30T18:52:24.287" v="580" actId="700"/>
          <ac:spMkLst>
            <pc:docMk/>
            <pc:sldMk cId="2679999074" sldId="258"/>
            <ac:spMk id="5" creationId="{34C80F3E-6A21-435E-8CCE-311E6CF2810A}"/>
          </ac:spMkLst>
        </pc:spChg>
      </pc:sldChg>
      <pc:sldChg chg="addSp delSp modSp new mod modClrScheme chgLayout">
        <pc:chgData name="Myron Tsatsarakis" userId="45ba414a-9bd0-41ca-8a26-35edf985176d" providerId="ADAL" clId="{8A7957C0-2B55-4722-9E82-FF9BFA2097FE}" dt="2024-12-01T16:09:47.244" v="6310" actId="27636"/>
        <pc:sldMkLst>
          <pc:docMk/>
          <pc:sldMk cId="4282010543" sldId="259"/>
        </pc:sldMkLst>
        <pc:spChg chg="del">
          <ac:chgData name="Myron Tsatsarakis" userId="45ba414a-9bd0-41ca-8a26-35edf985176d" providerId="ADAL" clId="{8A7957C0-2B55-4722-9E82-FF9BFA2097FE}" dt="2024-11-30T18:53:16.308" v="584" actId="700"/>
          <ac:spMkLst>
            <pc:docMk/>
            <pc:sldMk cId="4282010543" sldId="259"/>
            <ac:spMk id="2" creationId="{E421E75A-EE21-4657-9202-0F6788197E24}"/>
          </ac:spMkLst>
        </pc:spChg>
        <pc:spChg chg="del">
          <ac:chgData name="Myron Tsatsarakis" userId="45ba414a-9bd0-41ca-8a26-35edf985176d" providerId="ADAL" clId="{8A7957C0-2B55-4722-9E82-FF9BFA2097FE}" dt="2024-11-30T18:53:16.308" v="584" actId="700"/>
          <ac:spMkLst>
            <pc:docMk/>
            <pc:sldMk cId="4282010543" sldId="259"/>
            <ac:spMk id="3" creationId="{57329496-ACEE-43B1-9460-72C54467388C}"/>
          </ac:spMkLst>
        </pc:spChg>
        <pc:spChg chg="mod ord">
          <ac:chgData name="Myron Tsatsarakis" userId="45ba414a-9bd0-41ca-8a26-35edf985176d" providerId="ADAL" clId="{8A7957C0-2B55-4722-9E82-FF9BFA2097FE}" dt="2024-12-01T15:58:40.467" v="6010" actId="700"/>
          <ac:spMkLst>
            <pc:docMk/>
            <pc:sldMk cId="4282010543" sldId="259"/>
            <ac:spMk id="4" creationId="{A20DBF21-1CE3-4A29-A032-7716476E4140}"/>
          </ac:spMkLst>
        </pc:spChg>
        <pc:spChg chg="add del mod">
          <ac:chgData name="Myron Tsatsarakis" userId="45ba414a-9bd0-41ca-8a26-35edf985176d" providerId="ADAL" clId="{8A7957C0-2B55-4722-9E82-FF9BFA2097FE}" dt="2024-12-01T15:28:07.532" v="5585" actId="478"/>
          <ac:spMkLst>
            <pc:docMk/>
            <pc:sldMk cId="4282010543" sldId="259"/>
            <ac:spMk id="5" creationId="{84E0C548-D651-4247-880F-E8D58E918B50}"/>
          </ac:spMkLst>
        </pc:spChg>
        <pc:spChg chg="add mod ord">
          <ac:chgData name="Myron Tsatsarakis" userId="45ba414a-9bd0-41ca-8a26-35edf985176d" providerId="ADAL" clId="{8A7957C0-2B55-4722-9E82-FF9BFA2097FE}" dt="2024-12-01T15:58:40.467" v="6010" actId="700"/>
          <ac:spMkLst>
            <pc:docMk/>
            <pc:sldMk cId="4282010543" sldId="259"/>
            <ac:spMk id="6" creationId="{C35B8399-05F8-44E9-ACE3-5EF04789980E}"/>
          </ac:spMkLst>
        </pc:spChg>
        <pc:spChg chg="add del mod ord">
          <ac:chgData name="Myron Tsatsarakis" userId="45ba414a-9bd0-41ca-8a26-35edf985176d" providerId="ADAL" clId="{8A7957C0-2B55-4722-9E82-FF9BFA2097FE}" dt="2024-12-01T16:00:11.332" v="6028" actId="931"/>
          <ac:spMkLst>
            <pc:docMk/>
            <pc:sldMk cId="4282010543" sldId="259"/>
            <ac:spMk id="7" creationId="{BD438AF7-310C-4D39-871C-D524FE66A572}"/>
          </ac:spMkLst>
        </pc:spChg>
        <pc:spChg chg="add mod ord">
          <ac:chgData name="Myron Tsatsarakis" userId="45ba414a-9bd0-41ca-8a26-35edf985176d" providerId="ADAL" clId="{8A7957C0-2B55-4722-9E82-FF9BFA2097FE}" dt="2024-12-01T16:09:47.244" v="6310" actId="27636"/>
          <ac:spMkLst>
            <pc:docMk/>
            <pc:sldMk cId="4282010543" sldId="259"/>
            <ac:spMk id="8" creationId="{3BF67332-DC71-4872-98C3-94EDEDEAFAE4}"/>
          </ac:spMkLst>
        </pc:spChg>
        <pc:picChg chg="add del mod">
          <ac:chgData name="Myron Tsatsarakis" userId="45ba414a-9bd0-41ca-8a26-35edf985176d" providerId="ADAL" clId="{8A7957C0-2B55-4722-9E82-FF9BFA2097FE}" dt="2024-12-01T16:00:11.523" v="6029" actId="478"/>
          <ac:picMkLst>
            <pc:docMk/>
            <pc:sldMk cId="4282010543" sldId="259"/>
            <ac:picMk id="3" creationId="{36653269-2CD0-4566-849C-991D7DEF3A13}"/>
          </ac:picMkLst>
        </pc:picChg>
        <pc:picChg chg="add del mod">
          <ac:chgData name="Myron Tsatsarakis" userId="45ba414a-9bd0-41ca-8a26-35edf985176d" providerId="ADAL" clId="{8A7957C0-2B55-4722-9E82-FF9BFA2097FE}" dt="2024-12-01T16:00:11.332" v="6028" actId="931"/>
          <ac:picMkLst>
            <pc:docMk/>
            <pc:sldMk cId="4282010543" sldId="259"/>
            <ac:picMk id="10" creationId="{A6771A9D-A948-4256-B129-9BF35850F2FD}"/>
          </ac:picMkLst>
        </pc:picChg>
      </pc:sldChg>
      <pc:sldChg chg="addSp modSp new mod modClrScheme chgLayout">
        <pc:chgData name="Myron Tsatsarakis" userId="45ba414a-9bd0-41ca-8a26-35edf985176d" providerId="ADAL" clId="{8A7957C0-2B55-4722-9E82-FF9BFA2097FE}" dt="2024-12-01T14:25:29.411" v="4019" actId="27636"/>
        <pc:sldMkLst>
          <pc:docMk/>
          <pc:sldMk cId="3298886115" sldId="260"/>
        </pc:sldMkLst>
        <pc:spChg chg="mod ord">
          <ac:chgData name="Myron Tsatsarakis" userId="45ba414a-9bd0-41ca-8a26-35edf985176d" providerId="ADAL" clId="{8A7957C0-2B55-4722-9E82-FF9BFA2097FE}" dt="2024-11-30T20:06:50.521" v="600" actId="700"/>
          <ac:spMkLst>
            <pc:docMk/>
            <pc:sldMk cId="3298886115" sldId="260"/>
            <ac:spMk id="2" creationId="{93A13B3B-8728-488D-86D0-80F83EDF6B54}"/>
          </ac:spMkLst>
        </pc:spChg>
        <pc:spChg chg="add mod ord">
          <ac:chgData name="Myron Tsatsarakis" userId="45ba414a-9bd0-41ca-8a26-35edf985176d" providerId="ADAL" clId="{8A7957C0-2B55-4722-9E82-FF9BFA2097FE}" dt="2024-11-30T20:18:04.390" v="1209" actId="20577"/>
          <ac:spMkLst>
            <pc:docMk/>
            <pc:sldMk cId="3298886115" sldId="260"/>
            <ac:spMk id="3" creationId="{5B6741E5-1D40-4F00-8629-B06C9F1A5FFA}"/>
          </ac:spMkLst>
        </pc:spChg>
        <pc:spChg chg="add mod ord">
          <ac:chgData name="Myron Tsatsarakis" userId="45ba414a-9bd0-41ca-8a26-35edf985176d" providerId="ADAL" clId="{8A7957C0-2B55-4722-9E82-FF9BFA2097FE}" dt="2024-12-01T14:25:29.411" v="4019" actId="27636"/>
          <ac:spMkLst>
            <pc:docMk/>
            <pc:sldMk cId="3298886115" sldId="260"/>
            <ac:spMk id="4" creationId="{6A8E13D0-F32E-4C6A-B600-674806F92AD3}"/>
          </ac:spMkLst>
        </pc:spChg>
      </pc:sldChg>
      <pc:sldChg chg="modSp new mod">
        <pc:chgData name="Myron Tsatsarakis" userId="45ba414a-9bd0-41ca-8a26-35edf985176d" providerId="ADAL" clId="{8A7957C0-2B55-4722-9E82-FF9BFA2097FE}" dt="2024-11-30T20:29:51.201" v="1695" actId="20577"/>
        <pc:sldMkLst>
          <pc:docMk/>
          <pc:sldMk cId="1167722625" sldId="261"/>
        </pc:sldMkLst>
        <pc:spChg chg="mod">
          <ac:chgData name="Myron Tsatsarakis" userId="45ba414a-9bd0-41ca-8a26-35edf985176d" providerId="ADAL" clId="{8A7957C0-2B55-4722-9E82-FF9BFA2097FE}" dt="2024-11-30T20:25:31.922" v="1528" actId="20577"/>
          <ac:spMkLst>
            <pc:docMk/>
            <pc:sldMk cId="1167722625" sldId="261"/>
            <ac:spMk id="2" creationId="{22F893B2-7300-4033-A4DD-5EB1F3DFE91D}"/>
          </ac:spMkLst>
        </pc:spChg>
        <pc:spChg chg="mod">
          <ac:chgData name="Myron Tsatsarakis" userId="45ba414a-9bd0-41ca-8a26-35edf985176d" providerId="ADAL" clId="{8A7957C0-2B55-4722-9E82-FF9BFA2097FE}" dt="2024-11-30T20:29:51.201" v="1695" actId="20577"/>
          <ac:spMkLst>
            <pc:docMk/>
            <pc:sldMk cId="1167722625" sldId="261"/>
            <ac:spMk id="3" creationId="{74B81DB0-DD06-4C4B-B70F-77F6920BFBE0}"/>
          </ac:spMkLst>
        </pc:spChg>
      </pc:sldChg>
      <pc:sldChg chg="modSp new mod">
        <pc:chgData name="Myron Tsatsarakis" userId="45ba414a-9bd0-41ca-8a26-35edf985176d" providerId="ADAL" clId="{8A7957C0-2B55-4722-9E82-FF9BFA2097FE}" dt="2024-12-01T14:25:25.829" v="4014" actId="27636"/>
        <pc:sldMkLst>
          <pc:docMk/>
          <pc:sldMk cId="3705197784" sldId="262"/>
        </pc:sldMkLst>
        <pc:spChg chg="mod">
          <ac:chgData name="Myron Tsatsarakis" userId="45ba414a-9bd0-41ca-8a26-35edf985176d" providerId="ADAL" clId="{8A7957C0-2B55-4722-9E82-FF9BFA2097FE}" dt="2024-11-30T20:33:22.743" v="1817" actId="20577"/>
          <ac:spMkLst>
            <pc:docMk/>
            <pc:sldMk cId="3705197784" sldId="262"/>
            <ac:spMk id="2" creationId="{DA20C16E-EE09-4B13-BB89-6590E07E1502}"/>
          </ac:spMkLst>
        </pc:spChg>
        <pc:spChg chg="mod">
          <ac:chgData name="Myron Tsatsarakis" userId="45ba414a-9bd0-41ca-8a26-35edf985176d" providerId="ADAL" clId="{8A7957C0-2B55-4722-9E82-FF9BFA2097FE}" dt="2024-12-01T14:25:25.829" v="4014" actId="27636"/>
          <ac:spMkLst>
            <pc:docMk/>
            <pc:sldMk cId="3705197784" sldId="262"/>
            <ac:spMk id="3" creationId="{A247D8E3-C9DA-4912-99A2-709FF18FC874}"/>
          </ac:spMkLst>
        </pc:spChg>
      </pc:sldChg>
      <pc:sldChg chg="modSp new mod">
        <pc:chgData name="Myron Tsatsarakis" userId="45ba414a-9bd0-41ca-8a26-35edf985176d" providerId="ADAL" clId="{8A7957C0-2B55-4722-9E82-FF9BFA2097FE}" dt="2024-12-01T15:16:54.690" v="5185" actId="20577"/>
        <pc:sldMkLst>
          <pc:docMk/>
          <pc:sldMk cId="868232497" sldId="263"/>
        </pc:sldMkLst>
        <pc:spChg chg="mod">
          <ac:chgData name="Myron Tsatsarakis" userId="45ba414a-9bd0-41ca-8a26-35edf985176d" providerId="ADAL" clId="{8A7957C0-2B55-4722-9E82-FF9BFA2097FE}" dt="2024-11-30T20:42:53.591" v="2239" actId="20577"/>
          <ac:spMkLst>
            <pc:docMk/>
            <pc:sldMk cId="868232497" sldId="263"/>
            <ac:spMk id="2" creationId="{23B4AD2D-5EBC-44D0-A32F-9A4FDD34A8CE}"/>
          </ac:spMkLst>
        </pc:spChg>
        <pc:spChg chg="mod">
          <ac:chgData name="Myron Tsatsarakis" userId="45ba414a-9bd0-41ca-8a26-35edf985176d" providerId="ADAL" clId="{8A7957C0-2B55-4722-9E82-FF9BFA2097FE}" dt="2024-12-01T15:16:54.690" v="5185" actId="20577"/>
          <ac:spMkLst>
            <pc:docMk/>
            <pc:sldMk cId="868232497" sldId="263"/>
            <ac:spMk id="3" creationId="{D6B75DD1-A03D-41BB-B80C-B688E12A5DFB}"/>
          </ac:spMkLst>
        </pc:spChg>
      </pc:sldChg>
      <pc:sldChg chg="modSp new mod">
        <pc:chgData name="Myron Tsatsarakis" userId="45ba414a-9bd0-41ca-8a26-35edf985176d" providerId="ADAL" clId="{8A7957C0-2B55-4722-9E82-FF9BFA2097FE}" dt="2024-11-30T20:53:06.256" v="2568" actId="20577"/>
        <pc:sldMkLst>
          <pc:docMk/>
          <pc:sldMk cId="318638402" sldId="264"/>
        </pc:sldMkLst>
        <pc:spChg chg="mod">
          <ac:chgData name="Myron Tsatsarakis" userId="45ba414a-9bd0-41ca-8a26-35edf985176d" providerId="ADAL" clId="{8A7957C0-2B55-4722-9E82-FF9BFA2097FE}" dt="2024-11-30T20:46:10.837" v="2346" actId="20577"/>
          <ac:spMkLst>
            <pc:docMk/>
            <pc:sldMk cId="318638402" sldId="264"/>
            <ac:spMk id="2" creationId="{73AAB370-86B8-4161-ACA7-6F592AFFEB72}"/>
          </ac:spMkLst>
        </pc:spChg>
        <pc:spChg chg="mod">
          <ac:chgData name="Myron Tsatsarakis" userId="45ba414a-9bd0-41ca-8a26-35edf985176d" providerId="ADAL" clId="{8A7957C0-2B55-4722-9E82-FF9BFA2097FE}" dt="2024-11-30T20:53:06.256" v="2568" actId="20577"/>
          <ac:spMkLst>
            <pc:docMk/>
            <pc:sldMk cId="318638402" sldId="264"/>
            <ac:spMk id="3" creationId="{4DFF79CB-3C32-4FAD-8666-97CE5944E83A}"/>
          </ac:spMkLst>
        </pc:spChg>
      </pc:sldChg>
      <pc:sldChg chg="modSp new mod">
        <pc:chgData name="Myron Tsatsarakis" userId="45ba414a-9bd0-41ca-8a26-35edf985176d" providerId="ADAL" clId="{8A7957C0-2B55-4722-9E82-FF9BFA2097FE}" dt="2024-12-01T14:25:29.423" v="4020" actId="27636"/>
        <pc:sldMkLst>
          <pc:docMk/>
          <pc:sldMk cId="3720434300" sldId="265"/>
        </pc:sldMkLst>
        <pc:spChg chg="mod">
          <ac:chgData name="Myron Tsatsarakis" userId="45ba414a-9bd0-41ca-8a26-35edf985176d" providerId="ADAL" clId="{8A7957C0-2B55-4722-9E82-FF9BFA2097FE}" dt="2024-11-30T20:53:51.482" v="2578" actId="20577"/>
          <ac:spMkLst>
            <pc:docMk/>
            <pc:sldMk cId="3720434300" sldId="265"/>
            <ac:spMk id="2" creationId="{6C4551BA-DF2F-4EB6-B478-F92802C866D6}"/>
          </ac:spMkLst>
        </pc:spChg>
        <pc:spChg chg="mod">
          <ac:chgData name="Myron Tsatsarakis" userId="45ba414a-9bd0-41ca-8a26-35edf985176d" providerId="ADAL" clId="{8A7957C0-2B55-4722-9E82-FF9BFA2097FE}" dt="2024-12-01T14:25:29.423" v="4020" actId="27636"/>
          <ac:spMkLst>
            <pc:docMk/>
            <pc:sldMk cId="3720434300" sldId="265"/>
            <ac:spMk id="3" creationId="{77FEA71C-5334-4360-A4A5-E8A9A929C35F}"/>
          </ac:spMkLst>
        </pc:spChg>
      </pc:sldChg>
      <pc:sldChg chg="modSp new mod">
        <pc:chgData name="Myron Tsatsarakis" userId="45ba414a-9bd0-41ca-8a26-35edf985176d" providerId="ADAL" clId="{8A7957C0-2B55-4722-9E82-FF9BFA2097FE}" dt="2024-12-01T14:25:25.841" v="4016" actId="27636"/>
        <pc:sldMkLst>
          <pc:docMk/>
          <pc:sldMk cId="573514205" sldId="266"/>
        </pc:sldMkLst>
        <pc:spChg chg="mod">
          <ac:chgData name="Myron Tsatsarakis" userId="45ba414a-9bd0-41ca-8a26-35edf985176d" providerId="ADAL" clId="{8A7957C0-2B55-4722-9E82-FF9BFA2097FE}" dt="2024-11-30T20:08:38.933" v="768" actId="20577"/>
          <ac:spMkLst>
            <pc:docMk/>
            <pc:sldMk cId="573514205" sldId="266"/>
            <ac:spMk id="2" creationId="{05154AC1-920A-42B5-B453-B7E020C217C8}"/>
          </ac:spMkLst>
        </pc:spChg>
        <pc:spChg chg="mod">
          <ac:chgData name="Myron Tsatsarakis" userId="45ba414a-9bd0-41ca-8a26-35edf985176d" providerId="ADAL" clId="{8A7957C0-2B55-4722-9E82-FF9BFA2097FE}" dt="2024-12-01T14:25:25.841" v="4016" actId="27636"/>
          <ac:spMkLst>
            <pc:docMk/>
            <pc:sldMk cId="573514205" sldId="266"/>
            <ac:spMk id="3" creationId="{51018C2C-CFEE-4DEA-A08C-FB0F215F77D5}"/>
          </ac:spMkLst>
        </pc:spChg>
      </pc:sldChg>
      <pc:sldChg chg="modSp new mod">
        <pc:chgData name="Myron Tsatsarakis" userId="45ba414a-9bd0-41ca-8a26-35edf985176d" providerId="ADAL" clId="{8A7957C0-2B55-4722-9E82-FF9BFA2097FE}" dt="2024-12-01T14:53:03.386" v="4788" actId="20577"/>
        <pc:sldMkLst>
          <pc:docMk/>
          <pc:sldMk cId="3030177551" sldId="267"/>
        </pc:sldMkLst>
        <pc:spChg chg="mod">
          <ac:chgData name="Myron Tsatsarakis" userId="45ba414a-9bd0-41ca-8a26-35edf985176d" providerId="ADAL" clId="{8A7957C0-2B55-4722-9E82-FF9BFA2097FE}" dt="2024-11-30T20:09:03.694" v="789" actId="20577"/>
          <ac:spMkLst>
            <pc:docMk/>
            <pc:sldMk cId="3030177551" sldId="267"/>
            <ac:spMk id="2" creationId="{D7ABEB77-197B-4179-BCF1-A8F969B0FA7D}"/>
          </ac:spMkLst>
        </pc:spChg>
        <pc:spChg chg="mod">
          <ac:chgData name="Myron Tsatsarakis" userId="45ba414a-9bd0-41ca-8a26-35edf985176d" providerId="ADAL" clId="{8A7957C0-2B55-4722-9E82-FF9BFA2097FE}" dt="2024-12-01T14:53:03.386" v="4788" actId="20577"/>
          <ac:spMkLst>
            <pc:docMk/>
            <pc:sldMk cId="3030177551" sldId="267"/>
            <ac:spMk id="3" creationId="{FDCC0E9D-DB9C-48BC-ADA0-0136D8E8B648}"/>
          </ac:spMkLst>
        </pc:spChg>
      </pc:sldChg>
      <pc:sldChg chg="modSp new mod">
        <pc:chgData name="Myron Tsatsarakis" userId="45ba414a-9bd0-41ca-8a26-35edf985176d" providerId="ADAL" clId="{8A7957C0-2B55-4722-9E82-FF9BFA2097FE}" dt="2024-12-01T15:11:23.720" v="5050" actId="20577"/>
        <pc:sldMkLst>
          <pc:docMk/>
          <pc:sldMk cId="2757224152" sldId="268"/>
        </pc:sldMkLst>
        <pc:spChg chg="mod">
          <ac:chgData name="Myron Tsatsarakis" userId="45ba414a-9bd0-41ca-8a26-35edf985176d" providerId="ADAL" clId="{8A7957C0-2B55-4722-9E82-FF9BFA2097FE}" dt="2024-11-30T20:09:21.335" v="812" actId="20577"/>
          <ac:spMkLst>
            <pc:docMk/>
            <pc:sldMk cId="2757224152" sldId="268"/>
            <ac:spMk id="2" creationId="{56BF8B61-4BB8-4F8A-80BC-26771CE1993B}"/>
          </ac:spMkLst>
        </pc:spChg>
        <pc:spChg chg="mod">
          <ac:chgData name="Myron Tsatsarakis" userId="45ba414a-9bd0-41ca-8a26-35edf985176d" providerId="ADAL" clId="{8A7957C0-2B55-4722-9E82-FF9BFA2097FE}" dt="2024-12-01T15:11:23.720" v="5050" actId="20577"/>
          <ac:spMkLst>
            <pc:docMk/>
            <pc:sldMk cId="2757224152" sldId="268"/>
            <ac:spMk id="3" creationId="{8F30BC2F-41A2-413B-8B57-9A549A40F638}"/>
          </ac:spMkLst>
        </pc:spChg>
      </pc:sldChg>
      <pc:sldChg chg="modSp new mod">
        <pc:chgData name="Myron Tsatsarakis" userId="45ba414a-9bd0-41ca-8a26-35edf985176d" providerId="ADAL" clId="{8A7957C0-2B55-4722-9E82-FF9BFA2097FE}" dt="2024-12-01T15:13:42.537" v="5131" actId="207"/>
        <pc:sldMkLst>
          <pc:docMk/>
          <pc:sldMk cId="2726171366" sldId="269"/>
        </pc:sldMkLst>
        <pc:spChg chg="mod">
          <ac:chgData name="Myron Tsatsarakis" userId="45ba414a-9bd0-41ca-8a26-35edf985176d" providerId="ADAL" clId="{8A7957C0-2B55-4722-9E82-FF9BFA2097FE}" dt="2024-12-01T15:12:35.506" v="5100" actId="1036"/>
          <ac:spMkLst>
            <pc:docMk/>
            <pc:sldMk cId="2726171366" sldId="269"/>
            <ac:spMk id="2" creationId="{42A7AEFF-6B9E-4C9B-937E-56C54DCF642E}"/>
          </ac:spMkLst>
        </pc:spChg>
        <pc:spChg chg="mod">
          <ac:chgData name="Myron Tsatsarakis" userId="45ba414a-9bd0-41ca-8a26-35edf985176d" providerId="ADAL" clId="{8A7957C0-2B55-4722-9E82-FF9BFA2097FE}" dt="2024-12-01T15:13:42.537" v="5131" actId="207"/>
          <ac:spMkLst>
            <pc:docMk/>
            <pc:sldMk cId="2726171366" sldId="269"/>
            <ac:spMk id="3" creationId="{6BBA5E4B-15F9-4A27-8F82-8E83A228731D}"/>
          </ac:spMkLst>
        </pc:spChg>
      </pc:sldChg>
      <pc:sldChg chg="modSp new mod">
        <pc:chgData name="Myron Tsatsarakis" userId="45ba414a-9bd0-41ca-8a26-35edf985176d" providerId="ADAL" clId="{8A7957C0-2B55-4722-9E82-FF9BFA2097FE}" dt="2024-12-01T15:23:10.404" v="5285" actId="20577"/>
        <pc:sldMkLst>
          <pc:docMk/>
          <pc:sldMk cId="1460957903" sldId="271"/>
        </pc:sldMkLst>
        <pc:spChg chg="mod">
          <ac:chgData name="Myron Tsatsarakis" userId="45ba414a-9bd0-41ca-8a26-35edf985176d" providerId="ADAL" clId="{8A7957C0-2B55-4722-9E82-FF9BFA2097FE}" dt="2024-11-30T20:11:22.466" v="922" actId="20577"/>
          <ac:spMkLst>
            <pc:docMk/>
            <pc:sldMk cId="1460957903" sldId="271"/>
            <ac:spMk id="2" creationId="{3CA630FB-F634-4C5C-B0B1-BCC36E4653E4}"/>
          </ac:spMkLst>
        </pc:spChg>
        <pc:spChg chg="mod">
          <ac:chgData name="Myron Tsatsarakis" userId="45ba414a-9bd0-41ca-8a26-35edf985176d" providerId="ADAL" clId="{8A7957C0-2B55-4722-9E82-FF9BFA2097FE}" dt="2024-12-01T15:23:10.404" v="5285" actId="20577"/>
          <ac:spMkLst>
            <pc:docMk/>
            <pc:sldMk cId="1460957903" sldId="271"/>
            <ac:spMk id="3" creationId="{E401CBA2-90C4-4A72-BDF2-61B239252850}"/>
          </ac:spMkLst>
        </pc:spChg>
      </pc:sldChg>
      <pc:sldChg chg="modSp new mod">
        <pc:chgData name="Myron Tsatsarakis" userId="45ba414a-9bd0-41ca-8a26-35edf985176d" providerId="ADAL" clId="{8A7957C0-2B55-4722-9E82-FF9BFA2097FE}" dt="2024-12-01T15:26:47.250" v="5454" actId="20577"/>
        <pc:sldMkLst>
          <pc:docMk/>
          <pc:sldMk cId="1817966434" sldId="272"/>
        </pc:sldMkLst>
        <pc:spChg chg="mod">
          <ac:chgData name="Myron Tsatsarakis" userId="45ba414a-9bd0-41ca-8a26-35edf985176d" providerId="ADAL" clId="{8A7957C0-2B55-4722-9E82-FF9BFA2097FE}" dt="2024-11-30T20:11:34.250" v="951" actId="20577"/>
          <ac:spMkLst>
            <pc:docMk/>
            <pc:sldMk cId="1817966434" sldId="272"/>
            <ac:spMk id="2" creationId="{FF016F1E-914E-43B0-A7DE-C3CB1DE42CE8}"/>
          </ac:spMkLst>
        </pc:spChg>
        <pc:spChg chg="mod">
          <ac:chgData name="Myron Tsatsarakis" userId="45ba414a-9bd0-41ca-8a26-35edf985176d" providerId="ADAL" clId="{8A7957C0-2B55-4722-9E82-FF9BFA2097FE}" dt="2024-12-01T15:26:47.250" v="5454" actId="20577"/>
          <ac:spMkLst>
            <pc:docMk/>
            <pc:sldMk cId="1817966434" sldId="272"/>
            <ac:spMk id="3" creationId="{F1E9049B-75FA-4B1B-98A8-E7C3BEC41D08}"/>
          </ac:spMkLst>
        </pc:spChg>
      </pc:sldChg>
      <pc:sldChg chg="modSp new mod">
        <pc:chgData name="Myron Tsatsarakis" userId="45ba414a-9bd0-41ca-8a26-35edf985176d" providerId="ADAL" clId="{8A7957C0-2B55-4722-9E82-FF9BFA2097FE}" dt="2024-12-01T15:27:50.971" v="5583" actId="20577"/>
        <pc:sldMkLst>
          <pc:docMk/>
          <pc:sldMk cId="978719745" sldId="273"/>
        </pc:sldMkLst>
        <pc:spChg chg="mod">
          <ac:chgData name="Myron Tsatsarakis" userId="45ba414a-9bd0-41ca-8a26-35edf985176d" providerId="ADAL" clId="{8A7957C0-2B55-4722-9E82-FF9BFA2097FE}" dt="2024-11-30T20:11:49.906" v="975" actId="20577"/>
          <ac:spMkLst>
            <pc:docMk/>
            <pc:sldMk cId="978719745" sldId="273"/>
            <ac:spMk id="2" creationId="{B8C7E11C-F417-4877-91B4-170217721A51}"/>
          </ac:spMkLst>
        </pc:spChg>
        <pc:spChg chg="mod">
          <ac:chgData name="Myron Tsatsarakis" userId="45ba414a-9bd0-41ca-8a26-35edf985176d" providerId="ADAL" clId="{8A7957C0-2B55-4722-9E82-FF9BFA2097FE}" dt="2024-12-01T15:27:50.971" v="5583" actId="20577"/>
          <ac:spMkLst>
            <pc:docMk/>
            <pc:sldMk cId="978719745" sldId="273"/>
            <ac:spMk id="3" creationId="{0C28F5AD-2C4F-485F-BC65-532CAF65D98F}"/>
          </ac:spMkLst>
        </pc:spChg>
      </pc:sldChg>
      <pc:sldChg chg="modSp new mod ord">
        <pc:chgData name="Myron Tsatsarakis" userId="45ba414a-9bd0-41ca-8a26-35edf985176d" providerId="ADAL" clId="{8A7957C0-2B55-4722-9E82-FF9BFA2097FE}" dt="2024-11-30T20:12:01.399" v="984"/>
        <pc:sldMkLst>
          <pc:docMk/>
          <pc:sldMk cId="3379263346" sldId="274"/>
        </pc:sldMkLst>
        <pc:spChg chg="mod">
          <ac:chgData name="Myron Tsatsarakis" userId="45ba414a-9bd0-41ca-8a26-35edf985176d" providerId="ADAL" clId="{8A7957C0-2B55-4722-9E82-FF9BFA2097FE}" dt="2024-11-30T20:11:59.915" v="982" actId="20577"/>
          <ac:spMkLst>
            <pc:docMk/>
            <pc:sldMk cId="3379263346" sldId="274"/>
            <ac:spMk id="2" creationId="{2AEC6C96-17F5-46F8-8A29-A8E8E772CF68}"/>
          </ac:spMkLst>
        </pc:spChg>
      </pc:sldChg>
      <pc:sldChg chg="modSp new mod">
        <pc:chgData name="Myron Tsatsarakis" userId="45ba414a-9bd0-41ca-8a26-35edf985176d" providerId="ADAL" clId="{8A7957C0-2B55-4722-9E82-FF9BFA2097FE}" dt="2024-12-01T14:26:19.300" v="4024" actId="20577"/>
        <pc:sldMkLst>
          <pc:docMk/>
          <pc:sldMk cId="1779104855" sldId="275"/>
        </pc:sldMkLst>
        <pc:spChg chg="mod">
          <ac:chgData name="Myron Tsatsarakis" userId="45ba414a-9bd0-41ca-8a26-35edf985176d" providerId="ADAL" clId="{8A7957C0-2B55-4722-9E82-FF9BFA2097FE}" dt="2024-12-01T14:26:19.300" v="4024" actId="20577"/>
          <ac:spMkLst>
            <pc:docMk/>
            <pc:sldMk cId="1779104855" sldId="275"/>
            <ac:spMk id="2" creationId="{8BCA7ECF-69AB-4197-9F13-E21C47A9ED18}"/>
          </ac:spMkLst>
        </pc:spChg>
        <pc:spChg chg="mod">
          <ac:chgData name="Myron Tsatsarakis" userId="45ba414a-9bd0-41ca-8a26-35edf985176d" providerId="ADAL" clId="{8A7957C0-2B55-4722-9E82-FF9BFA2097FE}" dt="2024-12-01T14:25:29.431" v="4021" actId="27636"/>
          <ac:spMkLst>
            <pc:docMk/>
            <pc:sldMk cId="1779104855" sldId="275"/>
            <ac:spMk id="3" creationId="{4CDE2379-AF04-4CBA-97E3-DE10FB11A6EC}"/>
          </ac:spMkLst>
        </pc:spChg>
      </pc:sldChg>
      <pc:sldChg chg="addSp delSp modSp new mod modClrScheme chgLayout">
        <pc:chgData name="Myron Tsatsarakis" userId="45ba414a-9bd0-41ca-8a26-35edf985176d" providerId="ADAL" clId="{8A7957C0-2B55-4722-9E82-FF9BFA2097FE}" dt="2024-12-01T16:21:19.903" v="6767" actId="20577"/>
        <pc:sldMkLst>
          <pc:docMk/>
          <pc:sldMk cId="3743019704" sldId="276"/>
        </pc:sldMkLst>
        <pc:spChg chg="mod ord">
          <ac:chgData name="Myron Tsatsarakis" userId="45ba414a-9bd0-41ca-8a26-35edf985176d" providerId="ADAL" clId="{8A7957C0-2B55-4722-9E82-FF9BFA2097FE}" dt="2024-12-01T16:04:53.635" v="6038" actId="700"/>
          <ac:spMkLst>
            <pc:docMk/>
            <pc:sldMk cId="3743019704" sldId="276"/>
            <ac:spMk id="2" creationId="{CAF1D8D9-8FF6-4791-9EDE-26ECE134E094}"/>
          </ac:spMkLst>
        </pc:spChg>
        <pc:spChg chg="add mod ord">
          <ac:chgData name="Myron Tsatsarakis" userId="45ba414a-9bd0-41ca-8a26-35edf985176d" providerId="ADAL" clId="{8A7957C0-2B55-4722-9E82-FF9BFA2097FE}" dt="2024-12-01T16:04:53.635" v="6038" actId="700"/>
          <ac:spMkLst>
            <pc:docMk/>
            <pc:sldMk cId="3743019704" sldId="276"/>
            <ac:spMk id="5" creationId="{8A7ABAFD-F535-4A80-B833-6AEFF964BAE7}"/>
          </ac:spMkLst>
        </pc:spChg>
        <pc:spChg chg="add del mod ord">
          <ac:chgData name="Myron Tsatsarakis" userId="45ba414a-9bd0-41ca-8a26-35edf985176d" providerId="ADAL" clId="{8A7957C0-2B55-4722-9E82-FF9BFA2097FE}" dt="2024-12-01T16:04:53.635" v="6038" actId="700"/>
          <ac:spMkLst>
            <pc:docMk/>
            <pc:sldMk cId="3743019704" sldId="276"/>
            <ac:spMk id="6" creationId="{23B0EBB8-3B80-46D4-951B-7D55B11198E9}"/>
          </ac:spMkLst>
        </pc:spChg>
        <pc:spChg chg="add del mod ord">
          <ac:chgData name="Myron Tsatsarakis" userId="45ba414a-9bd0-41ca-8a26-35edf985176d" providerId="ADAL" clId="{8A7957C0-2B55-4722-9E82-FF9BFA2097FE}" dt="2024-12-01T16:05:02.224" v="6039" actId="931"/>
          <ac:spMkLst>
            <pc:docMk/>
            <pc:sldMk cId="3743019704" sldId="276"/>
            <ac:spMk id="7" creationId="{29EE1731-3117-4C1C-8938-711A83FCB20B}"/>
          </ac:spMkLst>
        </pc:spChg>
        <pc:spChg chg="add mod ord">
          <ac:chgData name="Myron Tsatsarakis" userId="45ba414a-9bd0-41ca-8a26-35edf985176d" providerId="ADAL" clId="{8A7957C0-2B55-4722-9E82-FF9BFA2097FE}" dt="2024-12-01T16:21:19.903" v="6767" actId="20577"/>
          <ac:spMkLst>
            <pc:docMk/>
            <pc:sldMk cId="3743019704" sldId="276"/>
            <ac:spMk id="8" creationId="{B2CBDED0-AC6D-43AC-AD89-F41D30925D9D}"/>
          </ac:spMkLst>
        </pc:spChg>
        <pc:picChg chg="add del mod">
          <ac:chgData name="Myron Tsatsarakis" userId="45ba414a-9bd0-41ca-8a26-35edf985176d" providerId="ADAL" clId="{8A7957C0-2B55-4722-9E82-FF9BFA2097FE}" dt="2024-12-01T16:05:03.994" v="6040" actId="478"/>
          <ac:picMkLst>
            <pc:docMk/>
            <pc:sldMk cId="3743019704" sldId="276"/>
            <ac:picMk id="4" creationId="{AD9C6CFB-B0C3-4EF9-97CD-423327267B52}"/>
          </ac:picMkLst>
        </pc:picChg>
        <pc:picChg chg="add mod">
          <ac:chgData name="Myron Tsatsarakis" userId="45ba414a-9bd0-41ca-8a26-35edf985176d" providerId="ADAL" clId="{8A7957C0-2B55-4722-9E82-FF9BFA2097FE}" dt="2024-12-01T16:05:02.224" v="6039" actId="931"/>
          <ac:picMkLst>
            <pc:docMk/>
            <pc:sldMk cId="3743019704" sldId="276"/>
            <ac:picMk id="10" creationId="{5C055FD8-2CB3-41A4-9508-4F8F6CA06F1E}"/>
          </ac:picMkLst>
        </pc:picChg>
      </pc:sldChg>
      <pc:sldChg chg="addSp delSp modSp new mod modClrScheme chgLayout">
        <pc:chgData name="Myron Tsatsarakis" userId="45ba414a-9bd0-41ca-8a26-35edf985176d" providerId="ADAL" clId="{8A7957C0-2B55-4722-9E82-FF9BFA2097FE}" dt="2024-12-01T16:27:42.827" v="7030" actId="20577"/>
        <pc:sldMkLst>
          <pc:docMk/>
          <pc:sldMk cId="2133741852" sldId="277"/>
        </pc:sldMkLst>
        <pc:spChg chg="mod ord">
          <ac:chgData name="Myron Tsatsarakis" userId="45ba414a-9bd0-41ca-8a26-35edf985176d" providerId="ADAL" clId="{8A7957C0-2B55-4722-9E82-FF9BFA2097FE}" dt="2024-12-01T16:16:58.375" v="6568" actId="700"/>
          <ac:spMkLst>
            <pc:docMk/>
            <pc:sldMk cId="2133741852" sldId="277"/>
            <ac:spMk id="2" creationId="{F3F95B40-88CE-4C55-96AA-DC35C9FDEB31}"/>
          </ac:spMkLst>
        </pc:spChg>
        <pc:spChg chg="add mod ord">
          <ac:chgData name="Myron Tsatsarakis" userId="45ba414a-9bd0-41ca-8a26-35edf985176d" providerId="ADAL" clId="{8A7957C0-2B55-4722-9E82-FF9BFA2097FE}" dt="2024-12-01T16:16:58.375" v="6568" actId="700"/>
          <ac:spMkLst>
            <pc:docMk/>
            <pc:sldMk cId="2133741852" sldId="277"/>
            <ac:spMk id="5" creationId="{F75F73F6-F289-4E9E-A6D0-FDD35943C800}"/>
          </ac:spMkLst>
        </pc:spChg>
        <pc:spChg chg="add del mod ord">
          <ac:chgData name="Myron Tsatsarakis" userId="45ba414a-9bd0-41ca-8a26-35edf985176d" providerId="ADAL" clId="{8A7957C0-2B55-4722-9E82-FF9BFA2097FE}" dt="2024-12-01T16:16:58.375" v="6568" actId="700"/>
          <ac:spMkLst>
            <pc:docMk/>
            <pc:sldMk cId="2133741852" sldId="277"/>
            <ac:spMk id="6" creationId="{6C3419C0-7933-40F6-BE21-29F13A602F3E}"/>
          </ac:spMkLst>
        </pc:spChg>
        <pc:spChg chg="add del mod ord">
          <ac:chgData name="Myron Tsatsarakis" userId="45ba414a-9bd0-41ca-8a26-35edf985176d" providerId="ADAL" clId="{8A7957C0-2B55-4722-9E82-FF9BFA2097FE}" dt="2024-12-01T16:16:58.375" v="6568" actId="700"/>
          <ac:spMkLst>
            <pc:docMk/>
            <pc:sldMk cId="2133741852" sldId="277"/>
            <ac:spMk id="7" creationId="{4584A614-D69E-455A-A5A2-2AB74D24CA60}"/>
          </ac:spMkLst>
        </pc:spChg>
        <pc:spChg chg="add del mod ord">
          <ac:chgData name="Myron Tsatsarakis" userId="45ba414a-9bd0-41ca-8a26-35edf985176d" providerId="ADAL" clId="{8A7957C0-2B55-4722-9E82-FF9BFA2097FE}" dt="2024-12-01T16:17:09.149" v="6570" actId="931"/>
          <ac:spMkLst>
            <pc:docMk/>
            <pc:sldMk cId="2133741852" sldId="277"/>
            <ac:spMk id="8" creationId="{32B33DD1-7225-494B-B84C-9E6C4DF07283}"/>
          </ac:spMkLst>
        </pc:spChg>
        <pc:spChg chg="add mod ord">
          <ac:chgData name="Myron Tsatsarakis" userId="45ba414a-9bd0-41ca-8a26-35edf985176d" providerId="ADAL" clId="{8A7957C0-2B55-4722-9E82-FF9BFA2097FE}" dt="2024-12-01T16:27:42.827" v="7030" actId="20577"/>
          <ac:spMkLst>
            <pc:docMk/>
            <pc:sldMk cId="2133741852" sldId="277"/>
            <ac:spMk id="9" creationId="{E925C161-57DA-4AB4-BD16-473217AFEB22}"/>
          </ac:spMkLst>
        </pc:spChg>
        <pc:picChg chg="add del mod">
          <ac:chgData name="Myron Tsatsarakis" userId="45ba414a-9bd0-41ca-8a26-35edf985176d" providerId="ADAL" clId="{8A7957C0-2B55-4722-9E82-FF9BFA2097FE}" dt="2024-12-01T16:17:05.030" v="6569" actId="478"/>
          <ac:picMkLst>
            <pc:docMk/>
            <pc:sldMk cId="2133741852" sldId="277"/>
            <ac:picMk id="4" creationId="{A6C8AF2A-FFBC-43FB-87DF-C2E471220EF9}"/>
          </ac:picMkLst>
        </pc:picChg>
        <pc:picChg chg="add mod">
          <ac:chgData name="Myron Tsatsarakis" userId="45ba414a-9bd0-41ca-8a26-35edf985176d" providerId="ADAL" clId="{8A7957C0-2B55-4722-9E82-FF9BFA2097FE}" dt="2024-12-01T16:17:09.149" v="6570" actId="931"/>
          <ac:picMkLst>
            <pc:docMk/>
            <pc:sldMk cId="2133741852" sldId="277"/>
            <ac:picMk id="11" creationId="{C6E56793-6752-4DEF-9547-7FFCA373DD3B}"/>
          </ac:picMkLst>
        </pc:picChg>
      </pc:sldChg>
      <pc:sldChg chg="addSp delSp modSp new mod modClrScheme chgLayout">
        <pc:chgData name="Myron Tsatsarakis" userId="45ba414a-9bd0-41ca-8a26-35edf985176d" providerId="ADAL" clId="{8A7957C0-2B55-4722-9E82-FF9BFA2097FE}" dt="2024-12-01T16:28:09.881" v="7063" actId="20577"/>
        <pc:sldMkLst>
          <pc:docMk/>
          <pc:sldMk cId="1568148731" sldId="278"/>
        </pc:sldMkLst>
        <pc:spChg chg="mod ord">
          <ac:chgData name="Myron Tsatsarakis" userId="45ba414a-9bd0-41ca-8a26-35edf985176d" providerId="ADAL" clId="{8A7957C0-2B55-4722-9E82-FF9BFA2097FE}" dt="2024-12-01T16:23:27.304" v="6867" actId="700"/>
          <ac:spMkLst>
            <pc:docMk/>
            <pc:sldMk cId="1568148731" sldId="278"/>
            <ac:spMk id="2" creationId="{CA6111EC-F383-4934-B924-45D4FF0F82D0}"/>
          </ac:spMkLst>
        </pc:spChg>
        <pc:spChg chg="add mod ord">
          <ac:chgData name="Myron Tsatsarakis" userId="45ba414a-9bd0-41ca-8a26-35edf985176d" providerId="ADAL" clId="{8A7957C0-2B55-4722-9E82-FF9BFA2097FE}" dt="2024-12-01T16:23:49.106" v="6876" actId="20577"/>
          <ac:spMkLst>
            <pc:docMk/>
            <pc:sldMk cId="1568148731" sldId="278"/>
            <ac:spMk id="5" creationId="{FCA34C9C-9889-4635-8F8E-4719316D47FF}"/>
          </ac:spMkLst>
        </pc:spChg>
        <pc:spChg chg="add del mod ord">
          <ac:chgData name="Myron Tsatsarakis" userId="45ba414a-9bd0-41ca-8a26-35edf985176d" providerId="ADAL" clId="{8A7957C0-2B55-4722-9E82-FF9BFA2097FE}" dt="2024-12-01T16:23:37.092" v="6868" actId="931"/>
          <ac:spMkLst>
            <pc:docMk/>
            <pc:sldMk cId="1568148731" sldId="278"/>
            <ac:spMk id="6" creationId="{211982A5-1D8A-4B63-A253-881D5C380386}"/>
          </ac:spMkLst>
        </pc:spChg>
        <pc:spChg chg="add mod ord">
          <ac:chgData name="Myron Tsatsarakis" userId="45ba414a-9bd0-41ca-8a26-35edf985176d" providerId="ADAL" clId="{8A7957C0-2B55-4722-9E82-FF9BFA2097FE}" dt="2024-12-01T16:28:09.881" v="7063" actId="20577"/>
          <ac:spMkLst>
            <pc:docMk/>
            <pc:sldMk cId="1568148731" sldId="278"/>
            <ac:spMk id="7" creationId="{70CE5FF9-F51D-4426-9E55-B84DB118C2C2}"/>
          </ac:spMkLst>
        </pc:spChg>
        <pc:picChg chg="add del mod">
          <ac:chgData name="Myron Tsatsarakis" userId="45ba414a-9bd0-41ca-8a26-35edf985176d" providerId="ADAL" clId="{8A7957C0-2B55-4722-9E82-FF9BFA2097FE}" dt="2024-12-01T16:23:45.634" v="6869" actId="478"/>
          <ac:picMkLst>
            <pc:docMk/>
            <pc:sldMk cId="1568148731" sldId="278"/>
            <ac:picMk id="4" creationId="{96381449-87D3-49C3-8A77-516DFF139C11}"/>
          </ac:picMkLst>
        </pc:picChg>
        <pc:picChg chg="add mod">
          <ac:chgData name="Myron Tsatsarakis" userId="45ba414a-9bd0-41ca-8a26-35edf985176d" providerId="ADAL" clId="{8A7957C0-2B55-4722-9E82-FF9BFA2097FE}" dt="2024-12-01T16:23:37.092" v="6868" actId="931"/>
          <ac:picMkLst>
            <pc:docMk/>
            <pc:sldMk cId="1568148731" sldId="278"/>
            <ac:picMk id="9" creationId="{0C508CE0-2048-4095-AA2B-29A854F7A9B9}"/>
          </ac:picMkLst>
        </pc:picChg>
      </pc:sldChg>
      <pc:sldChg chg="addSp delSp modSp new mod modClrScheme chgLayout">
        <pc:chgData name="Myron Tsatsarakis" userId="45ba414a-9bd0-41ca-8a26-35edf985176d" providerId="ADAL" clId="{8A7957C0-2B55-4722-9E82-FF9BFA2097FE}" dt="2024-12-01T16:34:59.269" v="7233" actId="20577"/>
        <pc:sldMkLst>
          <pc:docMk/>
          <pc:sldMk cId="3112774460" sldId="279"/>
        </pc:sldMkLst>
        <pc:spChg chg="mod ord">
          <ac:chgData name="Myron Tsatsarakis" userId="45ba414a-9bd0-41ca-8a26-35edf985176d" providerId="ADAL" clId="{8A7957C0-2B55-4722-9E82-FF9BFA2097FE}" dt="2024-12-01T16:28:47.328" v="7080" actId="700"/>
          <ac:spMkLst>
            <pc:docMk/>
            <pc:sldMk cId="3112774460" sldId="279"/>
            <ac:spMk id="2" creationId="{006D8DEE-4DE4-435C-8C68-23B595EFF3D0}"/>
          </ac:spMkLst>
        </pc:spChg>
        <pc:spChg chg="add mod ord">
          <ac:chgData name="Myron Tsatsarakis" userId="45ba414a-9bd0-41ca-8a26-35edf985176d" providerId="ADAL" clId="{8A7957C0-2B55-4722-9E82-FF9BFA2097FE}" dt="2024-12-01T16:28:47.328" v="7080" actId="700"/>
          <ac:spMkLst>
            <pc:docMk/>
            <pc:sldMk cId="3112774460" sldId="279"/>
            <ac:spMk id="5" creationId="{FEC1933B-D1FE-47E8-B960-E4DAF62A5F41}"/>
          </ac:spMkLst>
        </pc:spChg>
        <pc:spChg chg="add del mod ord">
          <ac:chgData name="Myron Tsatsarakis" userId="45ba414a-9bd0-41ca-8a26-35edf985176d" providerId="ADAL" clId="{8A7957C0-2B55-4722-9E82-FF9BFA2097FE}" dt="2024-12-01T16:28:47.328" v="7080" actId="700"/>
          <ac:spMkLst>
            <pc:docMk/>
            <pc:sldMk cId="3112774460" sldId="279"/>
            <ac:spMk id="6" creationId="{1CEDC94A-3671-4342-BE6F-932316A100D8}"/>
          </ac:spMkLst>
        </pc:spChg>
        <pc:spChg chg="add del mod ord">
          <ac:chgData name="Myron Tsatsarakis" userId="45ba414a-9bd0-41ca-8a26-35edf985176d" providerId="ADAL" clId="{8A7957C0-2B55-4722-9E82-FF9BFA2097FE}" dt="2024-12-01T16:28:47.328" v="7080" actId="700"/>
          <ac:spMkLst>
            <pc:docMk/>
            <pc:sldMk cId="3112774460" sldId="279"/>
            <ac:spMk id="7" creationId="{A8C12BE7-1936-4B29-A952-2CA2B9EEC794}"/>
          </ac:spMkLst>
        </pc:spChg>
        <pc:spChg chg="add del mod ord">
          <ac:chgData name="Myron Tsatsarakis" userId="45ba414a-9bd0-41ca-8a26-35edf985176d" providerId="ADAL" clId="{8A7957C0-2B55-4722-9E82-FF9BFA2097FE}" dt="2024-12-01T16:28:58.896" v="7082" actId="931"/>
          <ac:spMkLst>
            <pc:docMk/>
            <pc:sldMk cId="3112774460" sldId="279"/>
            <ac:spMk id="8" creationId="{582DCD83-D914-4709-B675-D0E225E628E7}"/>
          </ac:spMkLst>
        </pc:spChg>
        <pc:spChg chg="add mod ord">
          <ac:chgData name="Myron Tsatsarakis" userId="45ba414a-9bd0-41ca-8a26-35edf985176d" providerId="ADAL" clId="{8A7957C0-2B55-4722-9E82-FF9BFA2097FE}" dt="2024-12-01T16:34:59.269" v="7233" actId="20577"/>
          <ac:spMkLst>
            <pc:docMk/>
            <pc:sldMk cId="3112774460" sldId="279"/>
            <ac:spMk id="9" creationId="{D1A4DC01-E9FC-4B99-B39E-BAFEE1F0A61E}"/>
          </ac:spMkLst>
        </pc:spChg>
        <pc:picChg chg="add del mod">
          <ac:chgData name="Myron Tsatsarakis" userId="45ba414a-9bd0-41ca-8a26-35edf985176d" providerId="ADAL" clId="{8A7957C0-2B55-4722-9E82-FF9BFA2097FE}" dt="2024-12-01T16:28:50.338" v="7081" actId="478"/>
          <ac:picMkLst>
            <pc:docMk/>
            <pc:sldMk cId="3112774460" sldId="279"/>
            <ac:picMk id="4" creationId="{13B2DB94-B1E5-469F-A479-5E66BEF703F1}"/>
          </ac:picMkLst>
        </pc:picChg>
        <pc:picChg chg="add mod">
          <ac:chgData name="Myron Tsatsarakis" userId="45ba414a-9bd0-41ca-8a26-35edf985176d" providerId="ADAL" clId="{8A7957C0-2B55-4722-9E82-FF9BFA2097FE}" dt="2024-12-01T16:28:58.896" v="7082" actId="931"/>
          <ac:picMkLst>
            <pc:docMk/>
            <pc:sldMk cId="3112774460" sldId="279"/>
            <ac:picMk id="11" creationId="{ED8010F8-2955-4977-A111-DB204FF7D135}"/>
          </ac:picMkLst>
        </pc:picChg>
      </pc:sldChg>
      <pc:sldChg chg="addSp modSp add ord">
        <pc:chgData name="Myron Tsatsarakis" userId="45ba414a-9bd0-41ca-8a26-35edf985176d" providerId="ADAL" clId="{8A7957C0-2B55-4722-9E82-FF9BFA2097FE}" dt="2024-12-01T15:48:34.155" v="5600"/>
        <pc:sldMkLst>
          <pc:docMk/>
          <pc:sldMk cId="1956674070" sldId="280"/>
        </pc:sldMkLst>
        <pc:picChg chg="add mod">
          <ac:chgData name="Myron Tsatsarakis" userId="45ba414a-9bd0-41ca-8a26-35edf985176d" providerId="ADAL" clId="{8A7957C0-2B55-4722-9E82-FF9BFA2097FE}" dt="2024-12-01T15:48:34.155" v="5600"/>
          <ac:picMkLst>
            <pc:docMk/>
            <pc:sldMk cId="1956674070" sldId="280"/>
            <ac:picMk id="4" creationId="{1541BBD5-825E-4A37-985D-DFCF296450CD}"/>
          </ac:picMkLst>
        </pc:picChg>
      </pc:sldChg>
      <pc:sldChg chg="new del">
        <pc:chgData name="Myron Tsatsarakis" userId="45ba414a-9bd0-41ca-8a26-35edf985176d" providerId="ADAL" clId="{8A7957C0-2B55-4722-9E82-FF9BFA2097FE}" dt="2024-12-01T15:48:21.751" v="5596" actId="2696"/>
        <pc:sldMkLst>
          <pc:docMk/>
          <pc:sldMk cId="2236177197" sldId="280"/>
        </pc:sldMkLst>
      </pc:sldChg>
      <pc:sldChg chg="addSp delSp modSp new mod modClrScheme chgLayout">
        <pc:chgData name="Myron Tsatsarakis" userId="45ba414a-9bd0-41ca-8a26-35edf985176d" providerId="ADAL" clId="{8A7957C0-2B55-4722-9E82-FF9BFA2097FE}" dt="2024-12-01T16:43:11.517" v="7338" actId="931"/>
        <pc:sldMkLst>
          <pc:docMk/>
          <pc:sldMk cId="1218029885" sldId="281"/>
        </pc:sldMkLst>
        <pc:spChg chg="del">
          <ac:chgData name="Myron Tsatsarakis" userId="45ba414a-9bd0-41ca-8a26-35edf985176d" providerId="ADAL" clId="{8A7957C0-2B55-4722-9E82-FF9BFA2097FE}" dt="2024-12-01T15:48:54.231" v="5602" actId="700"/>
          <ac:spMkLst>
            <pc:docMk/>
            <pc:sldMk cId="1218029885" sldId="281"/>
            <ac:spMk id="2" creationId="{8EC6A825-C795-49F9-BE4E-195CA5E0AA23}"/>
          </ac:spMkLst>
        </pc:spChg>
        <pc:spChg chg="del">
          <ac:chgData name="Myron Tsatsarakis" userId="45ba414a-9bd0-41ca-8a26-35edf985176d" providerId="ADAL" clId="{8A7957C0-2B55-4722-9E82-FF9BFA2097FE}" dt="2024-12-01T15:48:54.231" v="5602" actId="700"/>
          <ac:spMkLst>
            <pc:docMk/>
            <pc:sldMk cId="1218029885" sldId="281"/>
            <ac:spMk id="3" creationId="{CAD3D0B8-F1FB-49D4-AFAC-CD011DEB1FD1}"/>
          </ac:spMkLst>
        </pc:spChg>
        <pc:spChg chg="mod ord">
          <ac:chgData name="Myron Tsatsarakis" userId="45ba414a-9bd0-41ca-8a26-35edf985176d" providerId="ADAL" clId="{8A7957C0-2B55-4722-9E82-FF9BFA2097FE}" dt="2024-12-01T16:43:07.686" v="7337" actId="700"/>
          <ac:spMkLst>
            <pc:docMk/>
            <pc:sldMk cId="1218029885" sldId="281"/>
            <ac:spMk id="4" creationId="{C2ADE7A2-FA96-41C5-A42B-F9B2013C00B3}"/>
          </ac:spMkLst>
        </pc:spChg>
        <pc:spChg chg="add mod ord">
          <ac:chgData name="Myron Tsatsarakis" userId="45ba414a-9bd0-41ca-8a26-35edf985176d" providerId="ADAL" clId="{8A7957C0-2B55-4722-9E82-FF9BFA2097FE}" dt="2024-12-01T16:43:07.686" v="7337" actId="700"/>
          <ac:spMkLst>
            <pc:docMk/>
            <pc:sldMk cId="1218029885" sldId="281"/>
            <ac:spMk id="7" creationId="{1B645F2C-5610-4DEB-972A-8F237262A0B1}"/>
          </ac:spMkLst>
        </pc:spChg>
        <pc:spChg chg="add del mod ord">
          <ac:chgData name="Myron Tsatsarakis" userId="45ba414a-9bd0-41ca-8a26-35edf985176d" providerId="ADAL" clId="{8A7957C0-2B55-4722-9E82-FF9BFA2097FE}" dt="2024-12-01T16:43:07.686" v="7337" actId="700"/>
          <ac:spMkLst>
            <pc:docMk/>
            <pc:sldMk cId="1218029885" sldId="281"/>
            <ac:spMk id="8" creationId="{D6932682-C114-4EAF-994A-6F73EAE82A4D}"/>
          </ac:spMkLst>
        </pc:spChg>
        <pc:spChg chg="add del mod ord">
          <ac:chgData name="Myron Tsatsarakis" userId="45ba414a-9bd0-41ca-8a26-35edf985176d" providerId="ADAL" clId="{8A7957C0-2B55-4722-9E82-FF9BFA2097FE}" dt="2024-12-01T16:43:07.686" v="7337" actId="700"/>
          <ac:spMkLst>
            <pc:docMk/>
            <pc:sldMk cId="1218029885" sldId="281"/>
            <ac:spMk id="9" creationId="{6F459915-A695-4518-B534-329D316A5AFB}"/>
          </ac:spMkLst>
        </pc:spChg>
        <pc:spChg chg="add del mod ord">
          <ac:chgData name="Myron Tsatsarakis" userId="45ba414a-9bd0-41ca-8a26-35edf985176d" providerId="ADAL" clId="{8A7957C0-2B55-4722-9E82-FF9BFA2097FE}" dt="2024-12-01T16:43:11.517" v="7338" actId="931"/>
          <ac:spMkLst>
            <pc:docMk/>
            <pc:sldMk cId="1218029885" sldId="281"/>
            <ac:spMk id="10" creationId="{C6C837AD-E6B2-4783-9A3C-70C92C482CC0}"/>
          </ac:spMkLst>
        </pc:spChg>
        <pc:picChg chg="add del mod">
          <ac:chgData name="Myron Tsatsarakis" userId="45ba414a-9bd0-41ca-8a26-35edf985176d" providerId="ADAL" clId="{8A7957C0-2B55-4722-9E82-FF9BFA2097FE}" dt="2024-12-01T16:43:05.178" v="7336" actId="478"/>
          <ac:picMkLst>
            <pc:docMk/>
            <pc:sldMk cId="1218029885" sldId="281"/>
            <ac:picMk id="6" creationId="{17805D49-E5BC-4C26-9234-499A92E8F77E}"/>
          </ac:picMkLst>
        </pc:picChg>
        <pc:picChg chg="add mod">
          <ac:chgData name="Myron Tsatsarakis" userId="45ba414a-9bd0-41ca-8a26-35edf985176d" providerId="ADAL" clId="{8A7957C0-2B55-4722-9E82-FF9BFA2097FE}" dt="2024-12-01T16:43:11.517" v="7338" actId="931"/>
          <ac:picMkLst>
            <pc:docMk/>
            <pc:sldMk cId="1218029885" sldId="281"/>
            <ac:picMk id="12" creationId="{5738A7A1-0BEA-4A01-924A-F39FA5F225D0}"/>
          </ac:picMkLst>
        </pc:picChg>
      </pc:sldChg>
      <pc:sldChg chg="addSp delSp modSp new mod">
        <pc:chgData name="Myron Tsatsarakis" userId="45ba414a-9bd0-41ca-8a26-35edf985176d" providerId="ADAL" clId="{8A7957C0-2B55-4722-9E82-FF9BFA2097FE}" dt="2024-12-01T16:42:29.661" v="7322" actId="207"/>
        <pc:sldMkLst>
          <pc:docMk/>
          <pc:sldMk cId="2887677652" sldId="282"/>
        </pc:sldMkLst>
        <pc:spChg chg="mod">
          <ac:chgData name="Myron Tsatsarakis" userId="45ba414a-9bd0-41ca-8a26-35edf985176d" providerId="ADAL" clId="{8A7957C0-2B55-4722-9E82-FF9BFA2097FE}" dt="2024-12-01T16:40:39.918" v="7244" actId="20577"/>
          <ac:spMkLst>
            <pc:docMk/>
            <pc:sldMk cId="2887677652" sldId="282"/>
            <ac:spMk id="2" creationId="{7C433B15-54EC-40F6-BA01-BE48558C55AB}"/>
          </ac:spMkLst>
        </pc:spChg>
        <pc:spChg chg="del">
          <ac:chgData name="Myron Tsatsarakis" userId="45ba414a-9bd0-41ca-8a26-35edf985176d" providerId="ADAL" clId="{8A7957C0-2B55-4722-9E82-FF9BFA2097FE}" dt="2024-12-01T16:40:49.572" v="7245" actId="931"/>
          <ac:spMkLst>
            <pc:docMk/>
            <pc:sldMk cId="2887677652" sldId="282"/>
            <ac:spMk id="3" creationId="{669D5125-BF47-4728-AD00-EF69DEE57EE6}"/>
          </ac:spMkLst>
        </pc:spChg>
        <pc:spChg chg="mod">
          <ac:chgData name="Myron Tsatsarakis" userId="45ba414a-9bd0-41ca-8a26-35edf985176d" providerId="ADAL" clId="{8A7957C0-2B55-4722-9E82-FF9BFA2097FE}" dt="2024-12-01T16:42:29.661" v="7322" actId="207"/>
          <ac:spMkLst>
            <pc:docMk/>
            <pc:sldMk cId="2887677652" sldId="282"/>
            <ac:spMk id="4" creationId="{BD1A8C18-CE4B-4644-9464-73D94C4E2461}"/>
          </ac:spMkLst>
        </pc:spChg>
        <pc:picChg chg="add mod">
          <ac:chgData name="Myron Tsatsarakis" userId="45ba414a-9bd0-41ca-8a26-35edf985176d" providerId="ADAL" clId="{8A7957C0-2B55-4722-9E82-FF9BFA2097FE}" dt="2024-12-01T16:40:49.572" v="7245" actId="931"/>
          <ac:picMkLst>
            <pc:docMk/>
            <pc:sldMk cId="2887677652" sldId="282"/>
            <ac:picMk id="7" creationId="{CB4BDA7C-9B9D-4E38-903D-9F7211F0BF02}"/>
          </ac:picMkLst>
        </pc:picChg>
      </pc:sldChg>
      <pc:sldMasterChg chg="modSp mod setBg">
        <pc:chgData name="Myron Tsatsarakis" userId="45ba414a-9bd0-41ca-8a26-35edf985176d" providerId="ADAL" clId="{8A7957C0-2B55-4722-9E82-FF9BFA2097FE}" dt="2024-12-01T14:25:29.396" v="4018" actId="404"/>
        <pc:sldMasterMkLst>
          <pc:docMk/>
          <pc:sldMasterMk cId="2276814820" sldId="2147484095"/>
        </pc:sldMasterMkLst>
        <pc:spChg chg="mod">
          <ac:chgData name="Myron Tsatsarakis" userId="45ba414a-9bd0-41ca-8a26-35edf985176d" providerId="ADAL" clId="{8A7957C0-2B55-4722-9E82-FF9BFA2097FE}" dt="2024-12-01T14:25:02.311" v="4010" actId="404"/>
          <ac:spMkLst>
            <pc:docMk/>
            <pc:sldMasterMk cId="2276814820" sldId="2147484095"/>
            <ac:spMk id="2" creationId="{FD0032FC-4BD3-4BB5-9D53-9F7FB56305E2}"/>
          </ac:spMkLst>
        </pc:spChg>
        <pc:spChg chg="mod">
          <ac:chgData name="Myron Tsatsarakis" userId="45ba414a-9bd0-41ca-8a26-35edf985176d" providerId="ADAL" clId="{8A7957C0-2B55-4722-9E82-FF9BFA2097FE}" dt="2024-12-01T14:25:29.396" v="4018" actId="404"/>
          <ac:spMkLst>
            <pc:docMk/>
            <pc:sldMasterMk cId="2276814820" sldId="2147484095"/>
            <ac:spMk id="3" creationId="{7C9987BF-DB98-407F-A440-120639E92695}"/>
          </ac:spMkLst>
        </pc:spChg>
      </pc:sldMasterChg>
    </pc:docChg>
  </pc:docChgLst>
  <pc:docChgLst>
    <pc:chgData name="Myron Tsatsarakis" userId="45ba414a-9bd0-41ca-8a26-35edf985176d" providerId="ADAL" clId="{1ABEDBDF-C359-4035-AF0E-34B106E05F6B}"/>
    <pc:docChg chg="undo custSel addSld delSld modSld sldOrd">
      <pc:chgData name="Myron Tsatsarakis" userId="45ba414a-9bd0-41ca-8a26-35edf985176d" providerId="ADAL" clId="{1ABEDBDF-C359-4035-AF0E-34B106E05F6B}" dt="2025-10-07T08:37:49.099" v="5142"/>
      <pc:docMkLst>
        <pc:docMk/>
      </pc:docMkLst>
      <pc:sldChg chg="modSp mod">
        <pc:chgData name="Myron Tsatsarakis" userId="45ba414a-9bd0-41ca-8a26-35edf985176d" providerId="ADAL" clId="{1ABEDBDF-C359-4035-AF0E-34B106E05F6B}" dt="2025-10-07T08:22:02.715" v="5134" actId="20577"/>
        <pc:sldMkLst>
          <pc:docMk/>
          <pc:sldMk cId="3748109842" sldId="256"/>
        </pc:sldMkLst>
        <pc:spChg chg="mod">
          <ac:chgData name="Myron Tsatsarakis" userId="45ba414a-9bd0-41ca-8a26-35edf985176d" providerId="ADAL" clId="{1ABEDBDF-C359-4035-AF0E-34B106E05F6B}" dt="2025-10-06T07:13:52.476" v="1" actId="20577"/>
          <ac:spMkLst>
            <pc:docMk/>
            <pc:sldMk cId="3748109842" sldId="256"/>
            <ac:spMk id="2" creationId="{1614B17C-9BE9-44D1-9608-A28741EEED74}"/>
          </ac:spMkLst>
        </pc:spChg>
        <pc:spChg chg="mod">
          <ac:chgData name="Myron Tsatsarakis" userId="45ba414a-9bd0-41ca-8a26-35edf985176d" providerId="ADAL" clId="{1ABEDBDF-C359-4035-AF0E-34B106E05F6B}" dt="2025-10-07T08:22:02.715" v="5134" actId="20577"/>
          <ac:spMkLst>
            <pc:docMk/>
            <pc:sldMk cId="3748109842" sldId="256"/>
            <ac:spMk id="3" creationId="{EE534C76-C43B-481F-9FFB-50D2E8444E0D}"/>
          </ac:spMkLst>
        </pc:spChg>
      </pc:sldChg>
      <pc:sldChg chg="del">
        <pc:chgData name="Myron Tsatsarakis" userId="45ba414a-9bd0-41ca-8a26-35edf985176d" providerId="ADAL" clId="{1ABEDBDF-C359-4035-AF0E-34B106E05F6B}" dt="2025-10-06T11:41:32.589" v="3856" actId="47"/>
        <pc:sldMkLst>
          <pc:docMk/>
          <pc:sldMk cId="575418456" sldId="257"/>
        </pc:sldMkLst>
      </pc:sldChg>
      <pc:sldChg chg="addSp delSp modSp mod">
        <pc:chgData name="Myron Tsatsarakis" userId="45ba414a-9bd0-41ca-8a26-35edf985176d" providerId="ADAL" clId="{1ABEDBDF-C359-4035-AF0E-34B106E05F6B}" dt="2025-10-07T07:48:09.476" v="4588" actId="14100"/>
        <pc:sldMkLst>
          <pc:docMk/>
          <pc:sldMk cId="4282010543" sldId="259"/>
        </pc:sldMkLst>
        <pc:spChg chg="add del mod">
          <ac:chgData name="Myron Tsatsarakis" userId="45ba414a-9bd0-41ca-8a26-35edf985176d" providerId="ADAL" clId="{1ABEDBDF-C359-4035-AF0E-34B106E05F6B}" dt="2025-10-07T07:47:59.969" v="4586"/>
          <ac:spMkLst>
            <pc:docMk/>
            <pc:sldMk cId="4282010543" sldId="259"/>
            <ac:spMk id="3" creationId="{FE358386-314F-4969-B797-E9EB2998AB3D}"/>
          </ac:spMkLst>
        </pc:spChg>
        <pc:spChg chg="mod">
          <ac:chgData name="Myron Tsatsarakis" userId="45ba414a-9bd0-41ca-8a26-35edf985176d" providerId="ADAL" clId="{1ABEDBDF-C359-4035-AF0E-34B106E05F6B}" dt="2025-10-06T09:47:34.376" v="1807" actId="20577"/>
          <ac:spMkLst>
            <pc:docMk/>
            <pc:sldMk cId="4282010543" sldId="259"/>
            <ac:spMk id="6" creationId="{C35B8399-05F8-44E9-ACE3-5EF04789980E}"/>
          </ac:spMkLst>
        </pc:spChg>
        <pc:spChg chg="mod">
          <ac:chgData name="Myron Tsatsarakis" userId="45ba414a-9bd0-41ca-8a26-35edf985176d" providerId="ADAL" clId="{1ABEDBDF-C359-4035-AF0E-34B106E05F6B}" dt="2025-10-06T10:16:57.560" v="2782" actId="5793"/>
          <ac:spMkLst>
            <pc:docMk/>
            <pc:sldMk cId="4282010543" sldId="259"/>
            <ac:spMk id="8" creationId="{3BF67332-DC71-4872-98C3-94EDEDEAFAE4}"/>
          </ac:spMkLst>
        </pc:spChg>
        <pc:spChg chg="add del">
          <ac:chgData name="Myron Tsatsarakis" userId="45ba414a-9bd0-41ca-8a26-35edf985176d" providerId="ADAL" clId="{1ABEDBDF-C359-4035-AF0E-34B106E05F6B}" dt="2025-10-07T07:46:55.763" v="4581"/>
          <ac:spMkLst>
            <pc:docMk/>
            <pc:sldMk cId="4282010543" sldId="259"/>
            <ac:spMk id="9" creationId="{EBABA325-A93D-45C9-8799-B8CC02BDC54D}"/>
          </ac:spMkLst>
        </pc:spChg>
        <pc:graphicFrameChg chg="add del mod">
          <ac:chgData name="Myron Tsatsarakis" userId="45ba414a-9bd0-41ca-8a26-35edf985176d" providerId="ADAL" clId="{1ABEDBDF-C359-4035-AF0E-34B106E05F6B}" dt="2025-10-07T07:46:55.763" v="4581"/>
          <ac:graphicFrameMkLst>
            <pc:docMk/>
            <pc:sldMk cId="4282010543" sldId="259"/>
            <ac:graphicFrameMk id="2" creationId="{014AECD4-7D42-4F6F-8464-6DF7B8A11226}"/>
          </ac:graphicFrameMkLst>
        </pc:graphicFrameChg>
        <pc:graphicFrameChg chg="add del mod">
          <ac:chgData name="Myron Tsatsarakis" userId="45ba414a-9bd0-41ca-8a26-35edf985176d" providerId="ADAL" clId="{1ABEDBDF-C359-4035-AF0E-34B106E05F6B}" dt="2025-10-07T07:46:55.763" v="4581"/>
          <ac:graphicFrameMkLst>
            <pc:docMk/>
            <pc:sldMk cId="4282010543" sldId="259"/>
            <ac:graphicFrameMk id="5" creationId="{963175E7-3103-4574-836D-D68DE50C9C81}"/>
          </ac:graphicFrameMkLst>
        </pc:graphicFrameChg>
        <pc:graphicFrameChg chg="add del mod">
          <ac:chgData name="Myron Tsatsarakis" userId="45ba414a-9bd0-41ca-8a26-35edf985176d" providerId="ADAL" clId="{1ABEDBDF-C359-4035-AF0E-34B106E05F6B}" dt="2025-10-07T07:46:55.763" v="4581"/>
          <ac:graphicFrameMkLst>
            <pc:docMk/>
            <pc:sldMk cId="4282010543" sldId="259"/>
            <ac:graphicFrameMk id="7" creationId="{74C035F1-F886-4C8D-BDE0-31AC08673CE5}"/>
          </ac:graphicFrameMkLst>
        </pc:graphicFrameChg>
        <pc:graphicFrameChg chg="add del mod">
          <ac:chgData name="Myron Tsatsarakis" userId="45ba414a-9bd0-41ca-8a26-35edf985176d" providerId="ADAL" clId="{1ABEDBDF-C359-4035-AF0E-34B106E05F6B}" dt="2025-10-07T07:47:25.056" v="4585" actId="478"/>
          <ac:graphicFrameMkLst>
            <pc:docMk/>
            <pc:sldMk cId="4282010543" sldId="259"/>
            <ac:graphicFrameMk id="10" creationId="{1B9E1D1A-E883-41FC-9460-856630D1100E}"/>
          </ac:graphicFrameMkLst>
        </pc:graphicFrameChg>
        <pc:picChg chg="del">
          <ac:chgData name="Myron Tsatsarakis" userId="45ba414a-9bd0-41ca-8a26-35edf985176d" providerId="ADAL" clId="{1ABEDBDF-C359-4035-AF0E-34B106E05F6B}" dt="2025-10-06T09:50:48.105" v="1989" actId="478"/>
          <ac:picMkLst>
            <pc:docMk/>
            <pc:sldMk cId="4282010543" sldId="259"/>
            <ac:picMk id="7" creationId="{25B20878-712B-438B-96DC-EF776FD8F9A2}"/>
          </ac:picMkLst>
        </pc:picChg>
        <pc:picChg chg="add mod">
          <ac:chgData name="Myron Tsatsarakis" userId="45ba414a-9bd0-41ca-8a26-35edf985176d" providerId="ADAL" clId="{1ABEDBDF-C359-4035-AF0E-34B106E05F6B}" dt="2025-10-07T07:48:09.476" v="4588" actId="14100"/>
          <ac:picMkLst>
            <pc:docMk/>
            <pc:sldMk cId="4282010543" sldId="259"/>
            <ac:picMk id="12" creationId="{25B5D77D-172C-4FD8-BC1D-EE68F5610FFA}"/>
          </ac:picMkLst>
        </pc:picChg>
      </pc:sldChg>
      <pc:sldChg chg="modSp del mod">
        <pc:chgData name="Myron Tsatsarakis" userId="45ba414a-9bd0-41ca-8a26-35edf985176d" providerId="ADAL" clId="{1ABEDBDF-C359-4035-AF0E-34B106E05F6B}" dt="2025-10-06T10:34:58.437" v="2928" actId="47"/>
        <pc:sldMkLst>
          <pc:docMk/>
          <pc:sldMk cId="3298886115" sldId="260"/>
        </pc:sldMkLst>
        <pc:spChg chg="mod">
          <ac:chgData name="Myron Tsatsarakis" userId="45ba414a-9bd0-41ca-8a26-35edf985176d" providerId="ADAL" clId="{1ABEDBDF-C359-4035-AF0E-34B106E05F6B}" dt="2025-10-06T08:20:51.976" v="370" actId="6549"/>
          <ac:spMkLst>
            <pc:docMk/>
            <pc:sldMk cId="3298886115" sldId="260"/>
            <ac:spMk id="3" creationId="{5B6741E5-1D40-4F00-8629-B06C9F1A5FFA}"/>
          </ac:spMkLst>
        </pc:spChg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1167722625" sldId="261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3705197784" sldId="262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868232497" sldId="263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318638402" sldId="264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3720434300" sldId="265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573514205" sldId="266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2757224152" sldId="268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2726171366" sldId="269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978719745" sldId="273"/>
        </pc:sldMkLst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1779104855" sldId="275"/>
        </pc:sldMkLst>
      </pc:sldChg>
      <pc:sldChg chg="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3743019704" sldId="276"/>
        </pc:sldMkLst>
      </pc:sldChg>
      <pc:sldChg chg="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2133741852" sldId="277"/>
        </pc:sldMkLst>
      </pc:sldChg>
      <pc:sldChg chg="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1568148731" sldId="278"/>
        </pc:sldMkLst>
      </pc:sldChg>
      <pc:sldChg chg="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3112774460" sldId="279"/>
        </pc:sldMkLst>
      </pc:sldChg>
      <pc:sldChg chg="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2887677652" sldId="282"/>
        </pc:sldMkLst>
      </pc:sldChg>
      <pc:sldChg chg="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741792822" sldId="283"/>
        </pc:sldMkLst>
      </pc:sldChg>
      <pc:sldChg chg="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148926325" sldId="284"/>
        </pc:sldMkLst>
      </pc:sldChg>
      <pc:sldChg chg="del">
        <pc:chgData name="Myron Tsatsarakis" userId="45ba414a-9bd0-41ca-8a26-35edf985176d" providerId="ADAL" clId="{1ABEDBDF-C359-4035-AF0E-34B106E05F6B}" dt="2025-10-06T09:47:26.878" v="1799" actId="47"/>
        <pc:sldMkLst>
          <pc:docMk/>
          <pc:sldMk cId="1733472907" sldId="285"/>
        </pc:sldMkLst>
      </pc:sldChg>
      <pc:sldChg chg="modSp mod">
        <pc:chgData name="Myron Tsatsarakis" userId="45ba414a-9bd0-41ca-8a26-35edf985176d" providerId="ADAL" clId="{1ABEDBDF-C359-4035-AF0E-34B106E05F6B}" dt="2025-10-06T11:46:05.228" v="3863" actId="20577"/>
        <pc:sldMkLst>
          <pc:docMk/>
          <pc:sldMk cId="2139703958" sldId="286"/>
        </pc:sldMkLst>
        <pc:spChg chg="mod">
          <ac:chgData name="Myron Tsatsarakis" userId="45ba414a-9bd0-41ca-8a26-35edf985176d" providerId="ADAL" clId="{1ABEDBDF-C359-4035-AF0E-34B106E05F6B}" dt="2025-10-06T11:46:05.228" v="3863" actId="20577"/>
          <ac:spMkLst>
            <pc:docMk/>
            <pc:sldMk cId="2139703958" sldId="286"/>
            <ac:spMk id="2" creationId="{7F0BC1E2-0501-4D2C-B512-392D31AB2B8F}"/>
          </ac:spMkLst>
        </pc:spChg>
      </pc:sldChg>
      <pc:sldChg chg="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1866210128" sldId="287"/>
        </pc:sldMkLst>
      </pc:sldChg>
      <pc:sldChg chg="modSp add mod">
        <pc:chgData name="Myron Tsatsarakis" userId="45ba414a-9bd0-41ca-8a26-35edf985176d" providerId="ADAL" clId="{1ABEDBDF-C359-4035-AF0E-34B106E05F6B}" dt="2025-10-07T07:43:38.915" v="4579" actId="20577"/>
        <pc:sldMkLst>
          <pc:docMk/>
          <pc:sldMk cId="563713391" sldId="288"/>
        </pc:sldMkLst>
        <pc:spChg chg="mod">
          <ac:chgData name="Myron Tsatsarakis" userId="45ba414a-9bd0-41ca-8a26-35edf985176d" providerId="ADAL" clId="{1ABEDBDF-C359-4035-AF0E-34B106E05F6B}" dt="2025-10-07T07:43:38.915" v="4579" actId="20577"/>
          <ac:spMkLst>
            <pc:docMk/>
            <pc:sldMk cId="563713391" sldId="288"/>
            <ac:spMk id="3" creationId="{C6451B10-4C6A-45FA-BBAB-70E81A75EF74}"/>
          </ac:spMkLst>
        </pc:spChg>
      </pc:sldChg>
      <pc:sldChg chg="add del">
        <pc:chgData name="Myron Tsatsarakis" userId="45ba414a-9bd0-41ca-8a26-35edf985176d" providerId="ADAL" clId="{1ABEDBDF-C359-4035-AF0E-34B106E05F6B}" dt="2025-10-06T11:40:34.177" v="3833" actId="47"/>
        <pc:sldMkLst>
          <pc:docMk/>
          <pc:sldMk cId="2767982668" sldId="289"/>
        </pc:sldMkLst>
      </pc:sldChg>
      <pc:sldChg chg="modSp add mod">
        <pc:chgData name="Myron Tsatsarakis" userId="45ba414a-9bd0-41ca-8a26-35edf985176d" providerId="ADAL" clId="{1ABEDBDF-C359-4035-AF0E-34B106E05F6B}" dt="2025-10-07T08:02:20.137" v="4634" actId="20577"/>
        <pc:sldMkLst>
          <pc:docMk/>
          <pc:sldMk cId="81234148" sldId="290"/>
        </pc:sldMkLst>
        <pc:spChg chg="mod">
          <ac:chgData name="Myron Tsatsarakis" userId="45ba414a-9bd0-41ca-8a26-35edf985176d" providerId="ADAL" clId="{1ABEDBDF-C359-4035-AF0E-34B106E05F6B}" dt="2025-10-06T10:37:53.237" v="2986" actId="3064"/>
          <ac:spMkLst>
            <pc:docMk/>
            <pc:sldMk cId="81234148" sldId="290"/>
            <ac:spMk id="3" creationId="{5B6741E5-1D40-4F00-8629-B06C9F1A5FFA}"/>
          </ac:spMkLst>
        </pc:spChg>
        <pc:spChg chg="mod">
          <ac:chgData name="Myron Tsatsarakis" userId="45ba414a-9bd0-41ca-8a26-35edf985176d" providerId="ADAL" clId="{1ABEDBDF-C359-4035-AF0E-34B106E05F6B}" dt="2025-10-07T08:02:20.137" v="4634" actId="20577"/>
          <ac:spMkLst>
            <pc:docMk/>
            <pc:sldMk cId="81234148" sldId="290"/>
            <ac:spMk id="4" creationId="{6A8E13D0-F32E-4C6A-B600-674806F92AD3}"/>
          </ac:spMkLst>
        </pc:spChg>
      </pc:sldChg>
      <pc:sldChg chg="modSp add mod">
        <pc:chgData name="Myron Tsatsarakis" userId="45ba414a-9bd0-41ca-8a26-35edf985176d" providerId="ADAL" clId="{1ABEDBDF-C359-4035-AF0E-34B106E05F6B}" dt="2025-10-07T08:05:13.385" v="4687" actId="113"/>
        <pc:sldMkLst>
          <pc:docMk/>
          <pc:sldMk cId="3099271392" sldId="291"/>
        </pc:sldMkLst>
        <pc:spChg chg="mod">
          <ac:chgData name="Myron Tsatsarakis" userId="45ba414a-9bd0-41ca-8a26-35edf985176d" providerId="ADAL" clId="{1ABEDBDF-C359-4035-AF0E-34B106E05F6B}" dt="2025-10-06T10:37:45.984" v="2985" actId="3064"/>
          <ac:spMkLst>
            <pc:docMk/>
            <pc:sldMk cId="3099271392" sldId="291"/>
            <ac:spMk id="3" creationId="{5B6741E5-1D40-4F00-8629-B06C9F1A5FFA}"/>
          </ac:spMkLst>
        </pc:spChg>
        <pc:spChg chg="mod">
          <ac:chgData name="Myron Tsatsarakis" userId="45ba414a-9bd0-41ca-8a26-35edf985176d" providerId="ADAL" clId="{1ABEDBDF-C359-4035-AF0E-34B106E05F6B}" dt="2025-10-07T08:05:13.385" v="4687" actId="113"/>
          <ac:spMkLst>
            <pc:docMk/>
            <pc:sldMk cId="3099271392" sldId="291"/>
            <ac:spMk id="4" creationId="{6A8E13D0-F32E-4C6A-B600-674806F92AD3}"/>
          </ac:spMkLst>
        </pc:spChg>
      </pc:sldChg>
      <pc:sldChg chg="addSp delSp modSp add mod">
        <pc:chgData name="Myron Tsatsarakis" userId="45ba414a-9bd0-41ca-8a26-35edf985176d" providerId="ADAL" clId="{1ABEDBDF-C359-4035-AF0E-34B106E05F6B}" dt="2025-10-07T08:02:47.577" v="4655" actId="20577"/>
        <pc:sldMkLst>
          <pc:docMk/>
          <pc:sldMk cId="4177717170" sldId="292"/>
        </pc:sldMkLst>
        <pc:spChg chg="mod">
          <ac:chgData name="Myron Tsatsarakis" userId="45ba414a-9bd0-41ca-8a26-35edf985176d" providerId="ADAL" clId="{1ABEDBDF-C359-4035-AF0E-34B106E05F6B}" dt="2025-10-06T10:37:41.171" v="2984" actId="3064"/>
          <ac:spMkLst>
            <pc:docMk/>
            <pc:sldMk cId="4177717170" sldId="292"/>
            <ac:spMk id="3" creationId="{5B6741E5-1D40-4F00-8629-B06C9F1A5FFA}"/>
          </ac:spMkLst>
        </pc:spChg>
        <pc:spChg chg="mod">
          <ac:chgData name="Myron Tsatsarakis" userId="45ba414a-9bd0-41ca-8a26-35edf985176d" providerId="ADAL" clId="{1ABEDBDF-C359-4035-AF0E-34B106E05F6B}" dt="2025-10-07T08:02:47.577" v="4655" actId="20577"/>
          <ac:spMkLst>
            <pc:docMk/>
            <pc:sldMk cId="4177717170" sldId="292"/>
            <ac:spMk id="4" creationId="{6A8E13D0-F32E-4C6A-B600-674806F92AD3}"/>
          </ac:spMkLst>
        </pc:spChg>
        <pc:spChg chg="add del mod">
          <ac:chgData name="Myron Tsatsarakis" userId="45ba414a-9bd0-41ca-8a26-35edf985176d" providerId="ADAL" clId="{1ABEDBDF-C359-4035-AF0E-34B106E05F6B}" dt="2025-10-07T08:02:32.206" v="4646"/>
          <ac:spMkLst>
            <pc:docMk/>
            <pc:sldMk cId="4177717170" sldId="292"/>
            <ac:spMk id="8" creationId="{54BC9929-AE68-42A7-A27C-0951F97C2C1C}"/>
          </ac:spMkLst>
        </pc:spChg>
        <pc:graphicFrameChg chg="add del mod">
          <ac:chgData name="Myron Tsatsarakis" userId="45ba414a-9bd0-41ca-8a26-35edf985176d" providerId="ADAL" clId="{1ABEDBDF-C359-4035-AF0E-34B106E05F6B}" dt="2025-10-07T08:02:32.206" v="4646"/>
          <ac:graphicFrameMkLst>
            <pc:docMk/>
            <pc:sldMk cId="4177717170" sldId="292"/>
            <ac:graphicFrameMk id="5" creationId="{648CB16E-D6D2-44E9-8F9B-D39F6AEC4A89}"/>
          </ac:graphicFrameMkLst>
        </pc:graphicFrameChg>
        <pc:graphicFrameChg chg="add del mod">
          <ac:chgData name="Myron Tsatsarakis" userId="45ba414a-9bd0-41ca-8a26-35edf985176d" providerId="ADAL" clId="{1ABEDBDF-C359-4035-AF0E-34B106E05F6B}" dt="2025-10-07T08:02:32.206" v="4646"/>
          <ac:graphicFrameMkLst>
            <pc:docMk/>
            <pc:sldMk cId="4177717170" sldId="292"/>
            <ac:graphicFrameMk id="6" creationId="{4FCAA5D8-8030-4A6D-9054-F53530D5036A}"/>
          </ac:graphicFrameMkLst>
        </pc:graphicFrameChg>
        <pc:graphicFrameChg chg="add del mod">
          <ac:chgData name="Myron Tsatsarakis" userId="45ba414a-9bd0-41ca-8a26-35edf985176d" providerId="ADAL" clId="{1ABEDBDF-C359-4035-AF0E-34B106E05F6B}" dt="2025-10-07T08:02:32.206" v="4646"/>
          <ac:graphicFrameMkLst>
            <pc:docMk/>
            <pc:sldMk cId="4177717170" sldId="292"/>
            <ac:graphicFrameMk id="7" creationId="{74F90DDB-CCC0-4E22-B348-5DE015CFE4FE}"/>
          </ac:graphicFrameMkLst>
        </pc:graphicFrameChg>
      </pc:sldChg>
      <pc:sldChg chg="modSp add mod">
        <pc:chgData name="Myron Tsatsarakis" userId="45ba414a-9bd0-41ca-8a26-35edf985176d" providerId="ADAL" clId="{1ABEDBDF-C359-4035-AF0E-34B106E05F6B}" dt="2025-10-07T08:08:45.360" v="4837" actId="113"/>
        <pc:sldMkLst>
          <pc:docMk/>
          <pc:sldMk cId="469854138" sldId="293"/>
        </pc:sldMkLst>
        <pc:spChg chg="mod">
          <ac:chgData name="Myron Tsatsarakis" userId="45ba414a-9bd0-41ca-8a26-35edf985176d" providerId="ADAL" clId="{1ABEDBDF-C359-4035-AF0E-34B106E05F6B}" dt="2025-10-06T10:37:36.314" v="2983" actId="3064"/>
          <ac:spMkLst>
            <pc:docMk/>
            <pc:sldMk cId="469854138" sldId="293"/>
            <ac:spMk id="3" creationId="{5B6741E5-1D40-4F00-8629-B06C9F1A5FFA}"/>
          </ac:spMkLst>
        </pc:spChg>
        <pc:spChg chg="mod">
          <ac:chgData name="Myron Tsatsarakis" userId="45ba414a-9bd0-41ca-8a26-35edf985176d" providerId="ADAL" clId="{1ABEDBDF-C359-4035-AF0E-34B106E05F6B}" dt="2025-10-07T08:08:45.360" v="4837" actId="113"/>
          <ac:spMkLst>
            <pc:docMk/>
            <pc:sldMk cId="469854138" sldId="293"/>
            <ac:spMk id="4" creationId="{6A8E13D0-F32E-4C6A-B600-674806F92AD3}"/>
          </ac:spMkLst>
        </pc:spChg>
      </pc:sldChg>
      <pc:sldChg chg="modSp add mod">
        <pc:chgData name="Myron Tsatsarakis" userId="45ba414a-9bd0-41ca-8a26-35edf985176d" providerId="ADAL" clId="{1ABEDBDF-C359-4035-AF0E-34B106E05F6B}" dt="2025-10-07T08:13:05.423" v="4926" actId="6549"/>
        <pc:sldMkLst>
          <pc:docMk/>
          <pc:sldMk cId="4100889949" sldId="294"/>
        </pc:sldMkLst>
        <pc:spChg chg="mod">
          <ac:chgData name="Myron Tsatsarakis" userId="45ba414a-9bd0-41ca-8a26-35edf985176d" providerId="ADAL" clId="{1ABEDBDF-C359-4035-AF0E-34B106E05F6B}" dt="2025-10-06T10:37:22.705" v="2982" actId="3064"/>
          <ac:spMkLst>
            <pc:docMk/>
            <pc:sldMk cId="4100889949" sldId="294"/>
            <ac:spMk id="3" creationId="{5B6741E5-1D40-4F00-8629-B06C9F1A5FFA}"/>
          </ac:spMkLst>
        </pc:spChg>
        <pc:spChg chg="mod">
          <ac:chgData name="Myron Tsatsarakis" userId="45ba414a-9bd0-41ca-8a26-35edf985176d" providerId="ADAL" clId="{1ABEDBDF-C359-4035-AF0E-34B106E05F6B}" dt="2025-10-07T08:13:05.423" v="4926" actId="6549"/>
          <ac:spMkLst>
            <pc:docMk/>
            <pc:sldMk cId="4100889949" sldId="294"/>
            <ac:spMk id="4" creationId="{6A8E13D0-F32E-4C6A-B600-674806F92AD3}"/>
          </ac:spMkLst>
        </pc:spChg>
      </pc:sldChg>
      <pc:sldChg chg="modSp add del mod">
        <pc:chgData name="Myron Tsatsarakis" userId="45ba414a-9bd0-41ca-8a26-35edf985176d" providerId="ADAL" clId="{1ABEDBDF-C359-4035-AF0E-34B106E05F6B}" dt="2025-10-06T11:39:56.159" v="3831" actId="47"/>
        <pc:sldMkLst>
          <pc:docMk/>
          <pc:sldMk cId="2866001334" sldId="295"/>
        </pc:sldMkLst>
        <pc:spChg chg="mod">
          <ac:chgData name="Myron Tsatsarakis" userId="45ba414a-9bd0-41ca-8a26-35edf985176d" providerId="ADAL" clId="{1ABEDBDF-C359-4035-AF0E-34B106E05F6B}" dt="2025-10-06T11:38:38.042" v="3756" actId="20577"/>
          <ac:spMkLst>
            <pc:docMk/>
            <pc:sldMk cId="2866001334" sldId="295"/>
            <ac:spMk id="3" creationId="{5B6741E5-1D40-4F00-8629-B06C9F1A5FFA}"/>
          </ac:spMkLst>
        </pc:spChg>
        <pc:spChg chg="mod">
          <ac:chgData name="Myron Tsatsarakis" userId="45ba414a-9bd0-41ca-8a26-35edf985176d" providerId="ADAL" clId="{1ABEDBDF-C359-4035-AF0E-34B106E05F6B}" dt="2025-10-06T11:35:55.989" v="3611"/>
          <ac:spMkLst>
            <pc:docMk/>
            <pc:sldMk cId="2866001334" sldId="295"/>
            <ac:spMk id="4" creationId="{6A8E13D0-F32E-4C6A-B600-674806F92AD3}"/>
          </ac:spMkLst>
        </pc:spChg>
      </pc:sldChg>
      <pc:sldChg chg="add del">
        <pc:chgData name="Myron Tsatsarakis" userId="45ba414a-9bd0-41ca-8a26-35edf985176d" providerId="ADAL" clId="{1ABEDBDF-C359-4035-AF0E-34B106E05F6B}" dt="2025-10-06T10:33:08.738" v="2876" actId="47"/>
        <pc:sldMkLst>
          <pc:docMk/>
          <pc:sldMk cId="373037742" sldId="296"/>
        </pc:sldMkLst>
      </pc:sldChg>
      <pc:sldChg chg="addSp delSp modSp add mod">
        <pc:chgData name="Myron Tsatsarakis" userId="45ba414a-9bd0-41ca-8a26-35edf985176d" providerId="ADAL" clId="{1ABEDBDF-C359-4035-AF0E-34B106E05F6B}" dt="2025-10-07T07:54:23.651" v="4592" actId="14100"/>
        <pc:sldMkLst>
          <pc:docMk/>
          <pc:sldMk cId="4243166503" sldId="297"/>
        </pc:sldMkLst>
        <pc:spChg chg="del mod">
          <ac:chgData name="Myron Tsatsarakis" userId="45ba414a-9bd0-41ca-8a26-35edf985176d" providerId="ADAL" clId="{1ABEDBDF-C359-4035-AF0E-34B106E05F6B}" dt="2025-10-07T07:54:08.536" v="4589"/>
          <ac:spMkLst>
            <pc:docMk/>
            <pc:sldMk cId="4243166503" sldId="297"/>
            <ac:spMk id="3" creationId="{FE358386-314F-4969-B797-E9EB2998AB3D}"/>
          </ac:spMkLst>
        </pc:spChg>
        <pc:spChg chg="mod">
          <ac:chgData name="Myron Tsatsarakis" userId="45ba414a-9bd0-41ca-8a26-35edf985176d" providerId="ADAL" clId="{1ABEDBDF-C359-4035-AF0E-34B106E05F6B}" dt="2025-10-06T09:51:31.312" v="2000" actId="20577"/>
          <ac:spMkLst>
            <pc:docMk/>
            <pc:sldMk cId="4243166503" sldId="297"/>
            <ac:spMk id="6" creationId="{C35B8399-05F8-44E9-ACE3-5EF04789980E}"/>
          </ac:spMkLst>
        </pc:spChg>
        <pc:spChg chg="mod">
          <ac:chgData name="Myron Tsatsarakis" userId="45ba414a-9bd0-41ca-8a26-35edf985176d" providerId="ADAL" clId="{1ABEDBDF-C359-4035-AF0E-34B106E05F6B}" dt="2025-10-06T10:16:49.521" v="2779" actId="27636"/>
          <ac:spMkLst>
            <pc:docMk/>
            <pc:sldMk cId="4243166503" sldId="297"/>
            <ac:spMk id="8" creationId="{3BF67332-DC71-4872-98C3-94EDEDEAFAE4}"/>
          </ac:spMkLst>
        </pc:spChg>
        <pc:picChg chg="add mod">
          <ac:chgData name="Myron Tsatsarakis" userId="45ba414a-9bd0-41ca-8a26-35edf985176d" providerId="ADAL" clId="{1ABEDBDF-C359-4035-AF0E-34B106E05F6B}" dt="2025-10-07T07:54:23.651" v="4592" actId="14100"/>
          <ac:picMkLst>
            <pc:docMk/>
            <pc:sldMk cId="4243166503" sldId="297"/>
            <ac:picMk id="5" creationId="{70B7A0D1-A72C-447B-8E55-5D5069FDDF78}"/>
          </ac:picMkLst>
        </pc:picChg>
      </pc:sldChg>
      <pc:sldChg chg="addSp delSp modSp add mod">
        <pc:chgData name="Myron Tsatsarakis" userId="45ba414a-9bd0-41ca-8a26-35edf985176d" providerId="ADAL" clId="{1ABEDBDF-C359-4035-AF0E-34B106E05F6B}" dt="2025-10-07T07:58:16.917" v="4606" actId="14100"/>
        <pc:sldMkLst>
          <pc:docMk/>
          <pc:sldMk cId="1745384516" sldId="298"/>
        </pc:sldMkLst>
        <pc:spChg chg="del mod">
          <ac:chgData name="Myron Tsatsarakis" userId="45ba414a-9bd0-41ca-8a26-35edf985176d" providerId="ADAL" clId="{1ABEDBDF-C359-4035-AF0E-34B106E05F6B}" dt="2025-10-07T07:54:44.786" v="4593"/>
          <ac:spMkLst>
            <pc:docMk/>
            <pc:sldMk cId="1745384516" sldId="298"/>
            <ac:spMk id="3" creationId="{FE358386-314F-4969-B797-E9EB2998AB3D}"/>
          </ac:spMkLst>
        </pc:spChg>
        <pc:spChg chg="mod">
          <ac:chgData name="Myron Tsatsarakis" userId="45ba414a-9bd0-41ca-8a26-35edf985176d" providerId="ADAL" clId="{1ABEDBDF-C359-4035-AF0E-34B106E05F6B}" dt="2025-10-06T09:59:55.868" v="2341" actId="20577"/>
          <ac:spMkLst>
            <pc:docMk/>
            <pc:sldMk cId="1745384516" sldId="298"/>
            <ac:spMk id="6" creationId="{C35B8399-05F8-44E9-ACE3-5EF04789980E}"/>
          </ac:spMkLst>
        </pc:spChg>
        <pc:spChg chg="mod">
          <ac:chgData name="Myron Tsatsarakis" userId="45ba414a-9bd0-41ca-8a26-35edf985176d" providerId="ADAL" clId="{1ABEDBDF-C359-4035-AF0E-34B106E05F6B}" dt="2025-10-06T10:34:40.170" v="2927" actId="20577"/>
          <ac:spMkLst>
            <pc:docMk/>
            <pc:sldMk cId="1745384516" sldId="298"/>
            <ac:spMk id="8" creationId="{3BF67332-DC71-4872-98C3-94EDEDEAFAE4}"/>
          </ac:spMkLst>
        </pc:spChg>
        <pc:spChg chg="add del mod">
          <ac:chgData name="Myron Tsatsarakis" userId="45ba414a-9bd0-41ca-8a26-35edf985176d" providerId="ADAL" clId="{1ABEDBDF-C359-4035-AF0E-34B106E05F6B}" dt="2025-10-07T07:57:35.378" v="4601"/>
          <ac:spMkLst>
            <pc:docMk/>
            <pc:sldMk cId="1745384516" sldId="298"/>
            <ac:spMk id="9" creationId="{FC3341A1-21D0-4CD9-BD40-5BE8EFA0D95C}"/>
          </ac:spMkLst>
        </pc:spChg>
        <pc:spChg chg="add del mod">
          <ac:chgData name="Myron Tsatsarakis" userId="45ba414a-9bd0-41ca-8a26-35edf985176d" providerId="ADAL" clId="{1ABEDBDF-C359-4035-AF0E-34B106E05F6B}" dt="2025-10-07T07:58:08.992" v="4603"/>
          <ac:spMkLst>
            <pc:docMk/>
            <pc:sldMk cId="1745384516" sldId="298"/>
            <ac:spMk id="13" creationId="{0EEF6256-F494-472F-AE2E-AD35A6C9B6B9}"/>
          </ac:spMkLst>
        </pc:spChg>
        <pc:picChg chg="add del mod">
          <ac:chgData name="Myron Tsatsarakis" userId="45ba414a-9bd0-41ca-8a26-35edf985176d" providerId="ADAL" clId="{1ABEDBDF-C359-4035-AF0E-34B106E05F6B}" dt="2025-10-07T07:55:49.353" v="4597" actId="21"/>
          <ac:picMkLst>
            <pc:docMk/>
            <pc:sldMk cId="1745384516" sldId="298"/>
            <ac:picMk id="5" creationId="{2A01EAD1-4C9D-4889-83E7-D75EFD7487CC}"/>
          </ac:picMkLst>
        </pc:picChg>
        <pc:picChg chg="add del mod">
          <ac:chgData name="Myron Tsatsarakis" userId="45ba414a-9bd0-41ca-8a26-35edf985176d" providerId="ADAL" clId="{1ABEDBDF-C359-4035-AF0E-34B106E05F6B}" dt="2025-10-07T07:57:42.780" v="4602" actId="478"/>
          <ac:picMkLst>
            <pc:docMk/>
            <pc:sldMk cId="1745384516" sldId="298"/>
            <ac:picMk id="11" creationId="{19FC1380-DC5F-4D8C-83ED-CEED6CAA1FCF}"/>
          </ac:picMkLst>
        </pc:picChg>
        <pc:picChg chg="add mod">
          <ac:chgData name="Myron Tsatsarakis" userId="45ba414a-9bd0-41ca-8a26-35edf985176d" providerId="ADAL" clId="{1ABEDBDF-C359-4035-AF0E-34B106E05F6B}" dt="2025-10-07T07:58:16.917" v="4606" actId="14100"/>
          <ac:picMkLst>
            <pc:docMk/>
            <pc:sldMk cId="1745384516" sldId="298"/>
            <ac:picMk id="15" creationId="{469E0373-EA42-42DC-BDA4-15B46065EFC6}"/>
          </ac:picMkLst>
        </pc:picChg>
      </pc:sldChg>
      <pc:sldChg chg="addSp delSp modSp add mod ord">
        <pc:chgData name="Myron Tsatsarakis" userId="45ba414a-9bd0-41ca-8a26-35edf985176d" providerId="ADAL" clId="{1ABEDBDF-C359-4035-AF0E-34B106E05F6B}" dt="2025-10-07T08:00:31.900" v="4610" actId="20577"/>
        <pc:sldMkLst>
          <pc:docMk/>
          <pc:sldMk cId="691552321" sldId="299"/>
        </pc:sldMkLst>
        <pc:spChg chg="del mod">
          <ac:chgData name="Myron Tsatsarakis" userId="45ba414a-9bd0-41ca-8a26-35edf985176d" providerId="ADAL" clId="{1ABEDBDF-C359-4035-AF0E-34B106E05F6B}" dt="2025-10-07T07:55:51.357" v="4598"/>
          <ac:spMkLst>
            <pc:docMk/>
            <pc:sldMk cId="691552321" sldId="299"/>
            <ac:spMk id="3" creationId="{FE358386-314F-4969-B797-E9EB2998AB3D}"/>
          </ac:spMkLst>
        </pc:spChg>
        <pc:spChg chg="mod">
          <ac:chgData name="Myron Tsatsarakis" userId="45ba414a-9bd0-41ca-8a26-35edf985176d" providerId="ADAL" clId="{1ABEDBDF-C359-4035-AF0E-34B106E05F6B}" dt="2025-10-06T10:06:35.838" v="2700" actId="20577"/>
          <ac:spMkLst>
            <pc:docMk/>
            <pc:sldMk cId="691552321" sldId="299"/>
            <ac:spMk id="6" creationId="{C35B8399-05F8-44E9-ACE3-5EF04789980E}"/>
          </ac:spMkLst>
        </pc:spChg>
        <pc:spChg chg="mod">
          <ac:chgData name="Myron Tsatsarakis" userId="45ba414a-9bd0-41ca-8a26-35edf985176d" providerId="ADAL" clId="{1ABEDBDF-C359-4035-AF0E-34B106E05F6B}" dt="2025-10-07T08:00:31.900" v="4610" actId="20577"/>
          <ac:spMkLst>
            <pc:docMk/>
            <pc:sldMk cId="691552321" sldId="299"/>
            <ac:spMk id="8" creationId="{3BF67332-DC71-4872-98C3-94EDEDEAFAE4}"/>
          </ac:spMkLst>
        </pc:spChg>
        <pc:picChg chg="add mod">
          <ac:chgData name="Myron Tsatsarakis" userId="45ba414a-9bd0-41ca-8a26-35edf985176d" providerId="ADAL" clId="{1ABEDBDF-C359-4035-AF0E-34B106E05F6B}" dt="2025-10-07T07:55:58.987" v="4600" actId="14100"/>
          <ac:picMkLst>
            <pc:docMk/>
            <pc:sldMk cId="691552321" sldId="299"/>
            <ac:picMk id="7" creationId="{E10EB8B4-A723-49A6-B411-F96568C727F7}"/>
          </ac:picMkLst>
        </pc:picChg>
      </pc:sldChg>
      <pc:sldChg chg="addSp delSp modSp add mod ord">
        <pc:chgData name="Myron Tsatsarakis" userId="45ba414a-9bd0-41ca-8a26-35edf985176d" providerId="ADAL" clId="{1ABEDBDF-C359-4035-AF0E-34B106E05F6B}" dt="2025-10-07T08:00:02.336" v="4609" actId="14100"/>
        <pc:sldMkLst>
          <pc:docMk/>
          <pc:sldMk cId="1089963645" sldId="300"/>
        </pc:sldMkLst>
        <pc:spChg chg="del mod">
          <ac:chgData name="Myron Tsatsarakis" userId="45ba414a-9bd0-41ca-8a26-35edf985176d" providerId="ADAL" clId="{1ABEDBDF-C359-4035-AF0E-34B106E05F6B}" dt="2025-10-07T07:59:56.727" v="4607"/>
          <ac:spMkLst>
            <pc:docMk/>
            <pc:sldMk cId="1089963645" sldId="300"/>
            <ac:spMk id="3" creationId="{FE358386-314F-4969-B797-E9EB2998AB3D}"/>
          </ac:spMkLst>
        </pc:spChg>
        <pc:spChg chg="mod">
          <ac:chgData name="Myron Tsatsarakis" userId="45ba414a-9bd0-41ca-8a26-35edf985176d" providerId="ADAL" clId="{1ABEDBDF-C359-4035-AF0E-34B106E05F6B}" dt="2025-10-06T10:07:22.494" v="2743" actId="20577"/>
          <ac:spMkLst>
            <pc:docMk/>
            <pc:sldMk cId="1089963645" sldId="300"/>
            <ac:spMk id="6" creationId="{C35B8399-05F8-44E9-ACE3-5EF04789980E}"/>
          </ac:spMkLst>
        </pc:spChg>
        <pc:spChg chg="mod">
          <ac:chgData name="Myron Tsatsarakis" userId="45ba414a-9bd0-41ca-8a26-35edf985176d" providerId="ADAL" clId="{1ABEDBDF-C359-4035-AF0E-34B106E05F6B}" dt="2025-10-06T10:32:40.194" v="2875" actId="20577"/>
          <ac:spMkLst>
            <pc:docMk/>
            <pc:sldMk cId="1089963645" sldId="300"/>
            <ac:spMk id="8" creationId="{3BF67332-DC71-4872-98C3-94EDEDEAFAE4}"/>
          </ac:spMkLst>
        </pc:spChg>
        <pc:picChg chg="add mod">
          <ac:chgData name="Myron Tsatsarakis" userId="45ba414a-9bd0-41ca-8a26-35edf985176d" providerId="ADAL" clId="{1ABEDBDF-C359-4035-AF0E-34B106E05F6B}" dt="2025-10-07T08:00:02.336" v="4609" actId="14100"/>
          <ac:picMkLst>
            <pc:docMk/>
            <pc:sldMk cId="1089963645" sldId="300"/>
            <ac:picMk id="5" creationId="{C3D3DB66-D957-4BE0-A8F6-55787CA1975F}"/>
          </ac:picMkLst>
        </pc:picChg>
      </pc:sldChg>
      <pc:sldChg chg="modSp add mod">
        <pc:chgData name="Myron Tsatsarakis" userId="45ba414a-9bd0-41ca-8a26-35edf985176d" providerId="ADAL" clId="{1ABEDBDF-C359-4035-AF0E-34B106E05F6B}" dt="2025-10-07T08:18:03.774" v="5069" actId="20577"/>
        <pc:sldMkLst>
          <pc:docMk/>
          <pc:sldMk cId="641057557" sldId="301"/>
        </pc:sldMkLst>
        <pc:spChg chg="mod">
          <ac:chgData name="Myron Tsatsarakis" userId="45ba414a-9bd0-41ca-8a26-35edf985176d" providerId="ADAL" clId="{1ABEDBDF-C359-4035-AF0E-34B106E05F6B}" dt="2025-10-07T08:18:03.774" v="5069" actId="20577"/>
          <ac:spMkLst>
            <pc:docMk/>
            <pc:sldMk cId="641057557" sldId="301"/>
            <ac:spMk id="4" creationId="{6A8E13D0-F32E-4C6A-B600-674806F92AD3}"/>
          </ac:spMkLst>
        </pc:spChg>
      </pc:sldChg>
      <pc:sldChg chg="modSp new mod">
        <pc:chgData name="Myron Tsatsarakis" userId="45ba414a-9bd0-41ca-8a26-35edf985176d" providerId="ADAL" clId="{1ABEDBDF-C359-4035-AF0E-34B106E05F6B}" dt="2025-10-07T08:20:31.145" v="5115" actId="113"/>
        <pc:sldMkLst>
          <pc:docMk/>
          <pc:sldMk cId="1173831240" sldId="302"/>
        </pc:sldMkLst>
        <pc:spChg chg="mod">
          <ac:chgData name="Myron Tsatsarakis" userId="45ba414a-9bd0-41ca-8a26-35edf985176d" providerId="ADAL" clId="{1ABEDBDF-C359-4035-AF0E-34B106E05F6B}" dt="2025-10-06T11:46:12.084" v="3880" actId="20577"/>
          <ac:spMkLst>
            <pc:docMk/>
            <pc:sldMk cId="1173831240" sldId="302"/>
            <ac:spMk id="2" creationId="{ED412F52-EE5F-4270-9366-D00D46D37BF7}"/>
          </ac:spMkLst>
        </pc:spChg>
        <pc:spChg chg="mod">
          <ac:chgData name="Myron Tsatsarakis" userId="45ba414a-9bd0-41ca-8a26-35edf985176d" providerId="ADAL" clId="{1ABEDBDF-C359-4035-AF0E-34B106E05F6B}" dt="2025-10-07T08:20:31.145" v="5115" actId="113"/>
          <ac:spMkLst>
            <pc:docMk/>
            <pc:sldMk cId="1173831240" sldId="302"/>
            <ac:spMk id="3" creationId="{91C604BE-F15D-436D-A259-BBF9BDD9402A}"/>
          </ac:spMkLst>
        </pc:spChg>
      </pc:sldChg>
      <pc:sldChg chg="addSp delSp modSp add mod ord modClrScheme chgLayout">
        <pc:chgData name="Myron Tsatsarakis" userId="45ba414a-9bd0-41ca-8a26-35edf985176d" providerId="ADAL" clId="{1ABEDBDF-C359-4035-AF0E-34B106E05F6B}" dt="2025-10-07T08:37:49.099" v="5142"/>
        <pc:sldMkLst>
          <pc:docMk/>
          <pc:sldMk cId="2944809305" sldId="303"/>
        </pc:sldMkLst>
        <pc:spChg chg="mod ord">
          <ac:chgData name="Myron Tsatsarakis" userId="45ba414a-9bd0-41ca-8a26-35edf985176d" providerId="ADAL" clId="{1ABEDBDF-C359-4035-AF0E-34B106E05F6B}" dt="2025-10-07T08:35:45.549" v="5138" actId="700"/>
          <ac:spMkLst>
            <pc:docMk/>
            <pc:sldMk cId="2944809305" sldId="303"/>
            <ac:spMk id="4" creationId="{A20DBF21-1CE3-4A29-A032-7716476E4140}"/>
          </ac:spMkLst>
        </pc:spChg>
        <pc:spChg chg="del mod ord">
          <ac:chgData name="Myron Tsatsarakis" userId="45ba414a-9bd0-41ca-8a26-35edf985176d" providerId="ADAL" clId="{1ABEDBDF-C359-4035-AF0E-34B106E05F6B}" dt="2025-10-07T08:35:53.593" v="5140" actId="478"/>
          <ac:spMkLst>
            <pc:docMk/>
            <pc:sldMk cId="2944809305" sldId="303"/>
            <ac:spMk id="6" creationId="{C35B8399-05F8-44E9-ACE3-5EF04789980E}"/>
          </ac:spMkLst>
        </pc:spChg>
        <pc:spChg chg="del mod ord">
          <ac:chgData name="Myron Tsatsarakis" userId="45ba414a-9bd0-41ca-8a26-35edf985176d" providerId="ADAL" clId="{1ABEDBDF-C359-4035-AF0E-34B106E05F6B}" dt="2025-10-07T08:35:55.298" v="5141" actId="478"/>
          <ac:spMkLst>
            <pc:docMk/>
            <pc:sldMk cId="2944809305" sldId="303"/>
            <ac:spMk id="8" creationId="{3BF67332-DC71-4872-98C3-94EDEDEAFAE4}"/>
          </ac:spMkLst>
        </pc:spChg>
        <pc:picChg chg="add mod">
          <ac:chgData name="Myron Tsatsarakis" userId="45ba414a-9bd0-41ca-8a26-35edf985176d" providerId="ADAL" clId="{1ABEDBDF-C359-4035-AF0E-34B106E05F6B}" dt="2025-10-07T08:37:49.099" v="5142"/>
          <ac:picMkLst>
            <pc:docMk/>
            <pc:sldMk cId="2944809305" sldId="303"/>
            <ac:picMk id="3" creationId="{42DC5A86-BFE7-48B9-B860-EE836679E544}"/>
          </ac:picMkLst>
        </pc:picChg>
        <pc:picChg chg="del mod ord">
          <ac:chgData name="Myron Tsatsarakis" userId="45ba414a-9bd0-41ca-8a26-35edf985176d" providerId="ADAL" clId="{1ABEDBDF-C359-4035-AF0E-34B106E05F6B}" dt="2025-10-07T08:35:53.593" v="5140" actId="478"/>
          <ac:picMkLst>
            <pc:docMk/>
            <pc:sldMk cId="2944809305" sldId="303"/>
            <ac:picMk id="12" creationId="{25B5D77D-172C-4FD8-BC1D-EE68F5610FFA}"/>
          </ac:picMkLst>
        </pc:picChg>
      </pc:sldChg>
    </pc:docChg>
  </pc:docChgLst>
  <pc:docChgLst>
    <pc:chgData name="Myron Tsatsarakis" userId="45ba414a-9bd0-41ca-8a26-35edf985176d" providerId="ADAL" clId="{13206369-3210-49C5-9B23-B7B8395E48E7}"/>
    <pc:docChg chg="undo custSel modSld">
      <pc:chgData name="Myron Tsatsarakis" userId="45ba414a-9bd0-41ca-8a26-35edf985176d" providerId="ADAL" clId="{13206369-3210-49C5-9B23-B7B8395E48E7}" dt="2025-10-07T14:01:41.198" v="195" actId="20577"/>
      <pc:docMkLst>
        <pc:docMk/>
      </pc:docMkLst>
      <pc:sldChg chg="modSp mod chgLayout">
        <pc:chgData name="Myron Tsatsarakis" userId="45ba414a-9bd0-41ca-8a26-35edf985176d" providerId="ADAL" clId="{13206369-3210-49C5-9B23-B7B8395E48E7}" dt="2025-10-06T18:44:23.672" v="166" actId="700"/>
        <pc:sldMkLst>
          <pc:docMk/>
          <pc:sldMk cId="2139703958" sldId="286"/>
        </pc:sldMkLst>
        <pc:spChg chg="mod ord">
          <ac:chgData name="Myron Tsatsarakis" userId="45ba414a-9bd0-41ca-8a26-35edf985176d" providerId="ADAL" clId="{13206369-3210-49C5-9B23-B7B8395E48E7}" dt="2025-10-06T18:44:23.672" v="166" actId="700"/>
          <ac:spMkLst>
            <pc:docMk/>
            <pc:sldMk cId="2139703958" sldId="286"/>
            <ac:spMk id="2" creationId="{7F0BC1E2-0501-4D2C-B512-392D31AB2B8F}"/>
          </ac:spMkLst>
        </pc:spChg>
        <pc:spChg chg="mod ord">
          <ac:chgData name="Myron Tsatsarakis" userId="45ba414a-9bd0-41ca-8a26-35edf985176d" providerId="ADAL" clId="{13206369-3210-49C5-9B23-B7B8395E48E7}" dt="2025-10-06T18:44:23.672" v="166" actId="700"/>
          <ac:spMkLst>
            <pc:docMk/>
            <pc:sldMk cId="2139703958" sldId="286"/>
            <ac:spMk id="3" creationId="{897D717D-720A-4114-BC30-CA786112F6D7}"/>
          </ac:spMkLst>
        </pc:spChg>
        <pc:spChg chg="mod ord">
          <ac:chgData name="Myron Tsatsarakis" userId="45ba414a-9bd0-41ca-8a26-35edf985176d" providerId="ADAL" clId="{13206369-3210-49C5-9B23-B7B8395E48E7}" dt="2025-10-06T18:44:23.672" v="166" actId="700"/>
          <ac:spMkLst>
            <pc:docMk/>
            <pc:sldMk cId="2139703958" sldId="286"/>
            <ac:spMk id="4" creationId="{1E0A3A9D-6273-4740-AD44-A124276E1C80}"/>
          </ac:spMkLst>
        </pc:spChg>
      </pc:sldChg>
      <pc:sldChg chg="modSp mod">
        <pc:chgData name="Myron Tsatsarakis" userId="45ba414a-9bd0-41ca-8a26-35edf985176d" providerId="ADAL" clId="{13206369-3210-49C5-9B23-B7B8395E48E7}" dt="2025-10-07T14:01:41.198" v="195" actId="20577"/>
        <pc:sldMkLst>
          <pc:docMk/>
          <pc:sldMk cId="81234148" sldId="290"/>
        </pc:sldMkLst>
        <pc:spChg chg="mod">
          <ac:chgData name="Myron Tsatsarakis" userId="45ba414a-9bd0-41ca-8a26-35edf985176d" providerId="ADAL" clId="{13206369-3210-49C5-9B23-B7B8395E48E7}" dt="2025-10-07T14:01:41.198" v="195" actId="20577"/>
          <ac:spMkLst>
            <pc:docMk/>
            <pc:sldMk cId="81234148" sldId="290"/>
            <ac:spMk id="4" creationId="{6A8E13D0-F32E-4C6A-B600-674806F92AD3}"/>
          </ac:spMkLst>
        </pc:spChg>
      </pc:sldChg>
      <pc:sldChg chg="modSp mod">
        <pc:chgData name="Myron Tsatsarakis" userId="45ba414a-9bd0-41ca-8a26-35edf985176d" providerId="ADAL" clId="{13206369-3210-49C5-9B23-B7B8395E48E7}" dt="2025-10-07T14:01:38.285" v="193" actId="20577"/>
        <pc:sldMkLst>
          <pc:docMk/>
          <pc:sldMk cId="3099271392" sldId="291"/>
        </pc:sldMkLst>
        <pc:spChg chg="mod">
          <ac:chgData name="Myron Tsatsarakis" userId="45ba414a-9bd0-41ca-8a26-35edf985176d" providerId="ADAL" clId="{13206369-3210-49C5-9B23-B7B8395E48E7}" dt="2025-10-07T14:01:38.285" v="193" actId="20577"/>
          <ac:spMkLst>
            <pc:docMk/>
            <pc:sldMk cId="3099271392" sldId="291"/>
            <ac:spMk id="4" creationId="{6A8E13D0-F32E-4C6A-B600-674806F92AD3}"/>
          </ac:spMkLst>
        </pc:spChg>
      </pc:sldChg>
      <pc:sldChg chg="modSp mod">
        <pc:chgData name="Myron Tsatsarakis" userId="45ba414a-9bd0-41ca-8a26-35edf985176d" providerId="ADAL" clId="{13206369-3210-49C5-9B23-B7B8395E48E7}" dt="2025-10-07T14:01:35.126" v="191" actId="20577"/>
        <pc:sldMkLst>
          <pc:docMk/>
          <pc:sldMk cId="4177717170" sldId="292"/>
        </pc:sldMkLst>
        <pc:spChg chg="mod">
          <ac:chgData name="Myron Tsatsarakis" userId="45ba414a-9bd0-41ca-8a26-35edf985176d" providerId="ADAL" clId="{13206369-3210-49C5-9B23-B7B8395E48E7}" dt="2025-10-07T14:01:35.126" v="191" actId="20577"/>
          <ac:spMkLst>
            <pc:docMk/>
            <pc:sldMk cId="4177717170" sldId="292"/>
            <ac:spMk id="4" creationId="{6A8E13D0-F32E-4C6A-B600-674806F92AD3}"/>
          </ac:spMkLst>
        </pc:spChg>
      </pc:sldChg>
      <pc:sldChg chg="modSp mod chgLayout">
        <pc:chgData name="Myron Tsatsarakis" userId="45ba414a-9bd0-41ca-8a26-35edf985176d" providerId="ADAL" clId="{13206369-3210-49C5-9B23-B7B8395E48E7}" dt="2025-10-06T18:44:08.993" v="163" actId="700"/>
        <pc:sldMkLst>
          <pc:docMk/>
          <pc:sldMk cId="641057557" sldId="301"/>
        </pc:sldMkLst>
        <pc:spChg chg="mod ord">
          <ac:chgData name="Myron Tsatsarakis" userId="45ba414a-9bd0-41ca-8a26-35edf985176d" providerId="ADAL" clId="{13206369-3210-49C5-9B23-B7B8395E48E7}" dt="2025-10-06T18:44:08.993" v="163" actId="700"/>
          <ac:spMkLst>
            <pc:docMk/>
            <pc:sldMk cId="641057557" sldId="301"/>
            <ac:spMk id="2" creationId="{93A13B3B-8728-488D-86D0-80F83EDF6B54}"/>
          </ac:spMkLst>
        </pc:spChg>
        <pc:spChg chg="mod ord">
          <ac:chgData name="Myron Tsatsarakis" userId="45ba414a-9bd0-41ca-8a26-35edf985176d" providerId="ADAL" clId="{13206369-3210-49C5-9B23-B7B8395E48E7}" dt="2025-10-06T18:44:08.993" v="163" actId="700"/>
          <ac:spMkLst>
            <pc:docMk/>
            <pc:sldMk cId="641057557" sldId="301"/>
            <ac:spMk id="3" creationId="{5B6741E5-1D40-4F00-8629-B06C9F1A5FFA}"/>
          </ac:spMkLst>
        </pc:spChg>
        <pc:spChg chg="mod ord">
          <ac:chgData name="Myron Tsatsarakis" userId="45ba414a-9bd0-41ca-8a26-35edf985176d" providerId="ADAL" clId="{13206369-3210-49C5-9B23-B7B8395E48E7}" dt="2025-10-06T18:44:08.993" v="163" actId="700"/>
          <ac:spMkLst>
            <pc:docMk/>
            <pc:sldMk cId="641057557" sldId="301"/>
            <ac:spMk id="4" creationId="{6A8E13D0-F32E-4C6A-B600-674806F92AD3}"/>
          </ac:spMkLst>
        </pc:spChg>
      </pc:sldChg>
      <pc:sldChg chg="modSp mod chgLayout">
        <pc:chgData name="Myron Tsatsarakis" userId="45ba414a-9bd0-41ca-8a26-35edf985176d" providerId="ADAL" clId="{13206369-3210-49C5-9B23-B7B8395E48E7}" dt="2025-10-06T18:44:31.298" v="167" actId="700"/>
        <pc:sldMkLst>
          <pc:docMk/>
          <pc:sldMk cId="1173831240" sldId="302"/>
        </pc:sldMkLst>
        <pc:spChg chg="mod ord">
          <ac:chgData name="Myron Tsatsarakis" userId="45ba414a-9bd0-41ca-8a26-35edf985176d" providerId="ADAL" clId="{13206369-3210-49C5-9B23-B7B8395E48E7}" dt="2025-10-06T18:44:31.298" v="167" actId="700"/>
          <ac:spMkLst>
            <pc:docMk/>
            <pc:sldMk cId="1173831240" sldId="302"/>
            <ac:spMk id="2" creationId="{ED412F52-EE5F-4270-9366-D00D46D37BF7}"/>
          </ac:spMkLst>
        </pc:spChg>
        <pc:spChg chg="mod ord">
          <ac:chgData name="Myron Tsatsarakis" userId="45ba414a-9bd0-41ca-8a26-35edf985176d" providerId="ADAL" clId="{13206369-3210-49C5-9B23-B7B8395E48E7}" dt="2025-10-06T18:44:31.298" v="167" actId="700"/>
          <ac:spMkLst>
            <pc:docMk/>
            <pc:sldMk cId="1173831240" sldId="302"/>
            <ac:spMk id="3" creationId="{91C604BE-F15D-436D-A259-BBF9BDD9402A}"/>
          </ac:spMkLst>
        </pc:spChg>
        <pc:spChg chg="mod ord">
          <ac:chgData name="Myron Tsatsarakis" userId="45ba414a-9bd0-41ca-8a26-35edf985176d" providerId="ADAL" clId="{13206369-3210-49C5-9B23-B7B8395E48E7}" dt="2025-10-06T18:44:31.298" v="167" actId="700"/>
          <ac:spMkLst>
            <pc:docMk/>
            <pc:sldMk cId="1173831240" sldId="302"/>
            <ac:spMk id="4" creationId="{18C06CDC-8418-4645-B9CE-E19A829B8C2F}"/>
          </ac:spMkLst>
        </pc:spChg>
      </pc:sldChg>
    </pc:docChg>
  </pc:docChgLst>
  <pc:docChgLst>
    <pc:chgData name="Myron Tsatsarakis" userId="45ba414a-9bd0-41ca-8a26-35edf985176d" providerId="ADAL" clId="{CA0C9A9E-0AB1-4534-AAA1-ED41F6BB11EE}"/>
    <pc:docChg chg="undo redo custSel addSld delSld modSld sldOrd modMainMaster">
      <pc:chgData name="Myron Tsatsarakis" userId="45ba414a-9bd0-41ca-8a26-35edf985176d" providerId="ADAL" clId="{CA0C9A9E-0AB1-4534-AAA1-ED41F6BB11EE}" dt="2024-12-03T15:31:38.304" v="5037" actId="20577"/>
      <pc:docMkLst>
        <pc:docMk/>
      </pc:docMkLst>
      <pc:sldChg chg="modSp mod chgLayout">
        <pc:chgData name="Myron Tsatsarakis" userId="45ba414a-9bd0-41ca-8a26-35edf985176d" providerId="ADAL" clId="{CA0C9A9E-0AB1-4534-AAA1-ED41F6BB11EE}" dt="2024-12-02T16:26:21.047" v="4659" actId="207"/>
        <pc:sldMkLst>
          <pc:docMk/>
          <pc:sldMk cId="3748109842" sldId="256"/>
        </pc:sldMkLst>
        <pc:spChg chg="mod ord">
          <ac:chgData name="Myron Tsatsarakis" userId="45ba414a-9bd0-41ca-8a26-35edf985176d" providerId="ADAL" clId="{CA0C9A9E-0AB1-4534-AAA1-ED41F6BB11EE}" dt="2024-12-02T15:42:58.123" v="3882" actId="700"/>
          <ac:spMkLst>
            <pc:docMk/>
            <pc:sldMk cId="3748109842" sldId="256"/>
            <ac:spMk id="2" creationId="{1614B17C-9BE9-44D1-9608-A28741EEED74}"/>
          </ac:spMkLst>
        </pc:spChg>
        <pc:spChg chg="mod ord">
          <ac:chgData name="Myron Tsatsarakis" userId="45ba414a-9bd0-41ca-8a26-35edf985176d" providerId="ADAL" clId="{CA0C9A9E-0AB1-4534-AAA1-ED41F6BB11EE}" dt="2024-12-02T16:26:21.047" v="4659" actId="207"/>
          <ac:spMkLst>
            <pc:docMk/>
            <pc:sldMk cId="3748109842" sldId="256"/>
            <ac:spMk id="3" creationId="{EE534C76-C43B-481F-9FFB-50D2E8444E0D}"/>
          </ac:spMkLst>
        </pc:spChg>
        <pc:spChg chg="mod ord">
          <ac:chgData name="Myron Tsatsarakis" userId="45ba414a-9bd0-41ca-8a26-35edf985176d" providerId="ADAL" clId="{CA0C9A9E-0AB1-4534-AAA1-ED41F6BB11EE}" dt="2024-12-02T15:42:58.123" v="3882" actId="700"/>
          <ac:spMkLst>
            <pc:docMk/>
            <pc:sldMk cId="3748109842" sldId="256"/>
            <ac:spMk id="4" creationId="{868D3C34-3C8E-41F6-8005-22336E89A7F6}"/>
          </ac:spMkLst>
        </pc:spChg>
      </pc:sldChg>
      <pc:sldChg chg="modSp mod">
        <pc:chgData name="Myron Tsatsarakis" userId="45ba414a-9bd0-41ca-8a26-35edf985176d" providerId="ADAL" clId="{CA0C9A9E-0AB1-4534-AAA1-ED41F6BB11EE}" dt="2024-12-03T15:10:21.272" v="4830" actId="20577"/>
        <pc:sldMkLst>
          <pc:docMk/>
          <pc:sldMk cId="575418456" sldId="257"/>
        </pc:sldMkLst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575418456" sldId="257"/>
            <ac:spMk id="2" creationId="{4308A2CE-B84B-4414-8388-754FFEE5712E}"/>
          </ac:spMkLst>
        </pc:spChg>
        <pc:spChg chg="mod">
          <ac:chgData name="Myron Tsatsarakis" userId="45ba414a-9bd0-41ca-8a26-35edf985176d" providerId="ADAL" clId="{CA0C9A9E-0AB1-4534-AAA1-ED41F6BB11EE}" dt="2024-12-03T15:10:21.272" v="4830" actId="20577"/>
          <ac:spMkLst>
            <pc:docMk/>
            <pc:sldMk cId="575418456" sldId="257"/>
            <ac:spMk id="3" creationId="{C6451B10-4C6A-45FA-BBAB-70E81A75EF74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575418456" sldId="257"/>
            <ac:spMk id="4" creationId="{8163E45A-7A08-4466-8AF3-55D3AA9821D9}"/>
          </ac:spMkLst>
        </pc:spChg>
      </pc:sldChg>
      <pc:sldChg chg="modSp mod">
        <pc:chgData name="Myron Tsatsarakis" userId="45ba414a-9bd0-41ca-8a26-35edf985176d" providerId="ADAL" clId="{CA0C9A9E-0AB1-4534-AAA1-ED41F6BB11EE}" dt="2024-12-02T15:39:12.157" v="3854"/>
        <pc:sldMkLst>
          <pc:docMk/>
          <pc:sldMk cId="2679999074" sldId="258"/>
        </pc:sldMkLst>
        <pc:spChg chg="mod">
          <ac:chgData name="Myron Tsatsarakis" userId="45ba414a-9bd0-41ca-8a26-35edf985176d" providerId="ADAL" clId="{CA0C9A9E-0AB1-4534-AAA1-ED41F6BB11EE}" dt="2024-12-02T13:19:14.639" v="3353" actId="6549"/>
          <ac:spMkLst>
            <pc:docMk/>
            <pc:sldMk cId="2679999074" sldId="258"/>
            <ac:spMk id="2" creationId="{BBCB76BA-3444-433E-9D95-31FC87924119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2679999074" sldId="258"/>
            <ac:spMk id="4" creationId="{61DDAA97-A522-4310-A148-32C03A055361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2679999074" sldId="258"/>
            <ac:spMk id="5" creationId="{34C80F3E-6A21-435E-8CCE-311E6CF2810A}"/>
          </ac:spMkLst>
        </pc:spChg>
      </pc:sldChg>
      <pc:sldChg chg="addSp delSp modSp mod">
        <pc:chgData name="Myron Tsatsarakis" userId="45ba414a-9bd0-41ca-8a26-35edf985176d" providerId="ADAL" clId="{CA0C9A9E-0AB1-4534-AAA1-ED41F6BB11EE}" dt="2024-12-03T15:10:54.316" v="4832" actId="20577"/>
        <pc:sldMkLst>
          <pc:docMk/>
          <pc:sldMk cId="4282010543" sldId="259"/>
        </pc:sldMkLst>
        <pc:spChg chg="add del mod">
          <ac:chgData name="Myron Tsatsarakis" userId="45ba414a-9bd0-41ca-8a26-35edf985176d" providerId="ADAL" clId="{CA0C9A9E-0AB1-4534-AAA1-ED41F6BB11EE}" dt="2024-12-02T11:10:14.309" v="1" actId="931"/>
          <ac:spMkLst>
            <pc:docMk/>
            <pc:sldMk cId="4282010543" sldId="259"/>
            <ac:spMk id="3" creationId="{026D0FB6-BD8C-49DE-9008-0C03DD6A909D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4282010543" sldId="259"/>
            <ac:spMk id="4" creationId="{A20DBF21-1CE3-4A29-A032-7716476E4140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4282010543" sldId="259"/>
            <ac:spMk id="6" creationId="{C35B8399-05F8-44E9-ACE3-5EF04789980E}"/>
          </ac:spMkLst>
        </pc:spChg>
        <pc:spChg chg="mod">
          <ac:chgData name="Myron Tsatsarakis" userId="45ba414a-9bd0-41ca-8a26-35edf985176d" providerId="ADAL" clId="{CA0C9A9E-0AB1-4534-AAA1-ED41F6BB11EE}" dt="2024-12-03T15:10:54.316" v="4832" actId="20577"/>
          <ac:spMkLst>
            <pc:docMk/>
            <pc:sldMk cId="4282010543" sldId="259"/>
            <ac:spMk id="8" creationId="{3BF67332-DC71-4872-98C3-94EDEDEAFAE4}"/>
          </ac:spMkLst>
        </pc:spChg>
        <pc:picChg chg="add mod">
          <ac:chgData name="Myron Tsatsarakis" userId="45ba414a-9bd0-41ca-8a26-35edf985176d" providerId="ADAL" clId="{CA0C9A9E-0AB1-4534-AAA1-ED41F6BB11EE}" dt="2024-12-02T11:10:14.309" v="1" actId="931"/>
          <ac:picMkLst>
            <pc:docMk/>
            <pc:sldMk cId="4282010543" sldId="259"/>
            <ac:picMk id="7" creationId="{25B20878-712B-438B-96DC-EF776FD8F9A2}"/>
          </ac:picMkLst>
        </pc:picChg>
        <pc:picChg chg="del">
          <ac:chgData name="Myron Tsatsarakis" userId="45ba414a-9bd0-41ca-8a26-35edf985176d" providerId="ADAL" clId="{CA0C9A9E-0AB1-4534-AAA1-ED41F6BB11EE}" dt="2024-12-02T11:09:52.074" v="0" actId="478"/>
          <ac:picMkLst>
            <pc:docMk/>
            <pc:sldMk cId="4282010543" sldId="259"/>
            <ac:picMk id="10" creationId="{A6771A9D-A948-4256-B129-9BF35850F2FD}"/>
          </ac:picMkLst>
        </pc:picChg>
      </pc:sldChg>
      <pc:sldChg chg="modSp mod chgLayout">
        <pc:chgData name="Myron Tsatsarakis" userId="45ba414a-9bd0-41ca-8a26-35edf985176d" providerId="ADAL" clId="{CA0C9A9E-0AB1-4534-AAA1-ED41F6BB11EE}" dt="2024-12-02T19:02:00.634" v="4753" actId="20577"/>
        <pc:sldMkLst>
          <pc:docMk/>
          <pc:sldMk cId="3298886115" sldId="260"/>
        </pc:sldMkLst>
        <pc:spChg chg="mod ord">
          <ac:chgData name="Myron Tsatsarakis" userId="45ba414a-9bd0-41ca-8a26-35edf985176d" providerId="ADAL" clId="{CA0C9A9E-0AB1-4534-AAA1-ED41F6BB11EE}" dt="2024-12-02T15:41:01.309" v="3869" actId="700"/>
          <ac:spMkLst>
            <pc:docMk/>
            <pc:sldMk cId="3298886115" sldId="260"/>
            <ac:spMk id="2" creationId="{93A13B3B-8728-488D-86D0-80F83EDF6B54}"/>
          </ac:spMkLst>
        </pc:spChg>
        <pc:spChg chg="mod ord">
          <ac:chgData name="Myron Tsatsarakis" userId="45ba414a-9bd0-41ca-8a26-35edf985176d" providerId="ADAL" clId="{CA0C9A9E-0AB1-4534-AAA1-ED41F6BB11EE}" dt="2024-12-02T15:41:01.309" v="3869" actId="700"/>
          <ac:spMkLst>
            <pc:docMk/>
            <pc:sldMk cId="3298886115" sldId="260"/>
            <ac:spMk id="3" creationId="{5B6741E5-1D40-4F00-8629-B06C9F1A5FFA}"/>
          </ac:spMkLst>
        </pc:spChg>
        <pc:spChg chg="mod ord">
          <ac:chgData name="Myron Tsatsarakis" userId="45ba414a-9bd0-41ca-8a26-35edf985176d" providerId="ADAL" clId="{CA0C9A9E-0AB1-4534-AAA1-ED41F6BB11EE}" dt="2024-12-02T19:02:00.634" v="4753" actId="20577"/>
          <ac:spMkLst>
            <pc:docMk/>
            <pc:sldMk cId="3298886115" sldId="260"/>
            <ac:spMk id="4" creationId="{6A8E13D0-F32E-4C6A-B600-674806F92AD3}"/>
          </ac:spMkLst>
        </pc:spChg>
      </pc:sldChg>
      <pc:sldChg chg="addSp modSp mod chgLayout">
        <pc:chgData name="Myron Tsatsarakis" userId="45ba414a-9bd0-41ca-8a26-35edf985176d" providerId="ADAL" clId="{CA0C9A9E-0AB1-4534-AAA1-ED41F6BB11EE}" dt="2024-12-03T15:27:50.120" v="4923" actId="20577"/>
        <pc:sldMkLst>
          <pc:docMk/>
          <pc:sldMk cId="1167722625" sldId="261"/>
        </pc:sldMkLst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1167722625" sldId="261"/>
            <ac:spMk id="2" creationId="{22F893B2-7300-4033-A4DD-5EB1F3DFE91D}"/>
          </ac:spMkLst>
        </pc:spChg>
        <pc:spChg chg="mod ord">
          <ac:chgData name="Myron Tsatsarakis" userId="45ba414a-9bd0-41ca-8a26-35edf985176d" providerId="ADAL" clId="{CA0C9A9E-0AB1-4534-AAA1-ED41F6BB11EE}" dt="2024-12-03T15:27:50.120" v="4923" actId="20577"/>
          <ac:spMkLst>
            <pc:docMk/>
            <pc:sldMk cId="1167722625" sldId="261"/>
            <ac:spMk id="3" creationId="{74B81DB0-DD06-4C4B-B70F-77F6920BFBE0}"/>
          </ac:spMkLst>
        </pc:spChg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1167722625" sldId="261"/>
            <ac:spMk id="4" creationId="{6408358B-043A-491C-8C99-92E1DEF1BF42}"/>
          </ac:spMkLst>
        </pc:spChg>
        <pc:picChg chg="add mod">
          <ac:chgData name="Myron Tsatsarakis" userId="45ba414a-9bd0-41ca-8a26-35edf985176d" providerId="ADAL" clId="{CA0C9A9E-0AB1-4534-AAA1-ED41F6BB11EE}" dt="2024-12-02T17:03:46.545" v="4693" actId="14826"/>
          <ac:picMkLst>
            <pc:docMk/>
            <pc:sldMk cId="1167722625" sldId="261"/>
            <ac:picMk id="6" creationId="{567DF814-B9AE-480A-993D-D967B35302C3}"/>
          </ac:picMkLst>
        </pc:picChg>
      </pc:sldChg>
      <pc:sldChg chg="addSp delSp modSp mod chgLayout">
        <pc:chgData name="Myron Tsatsarakis" userId="45ba414a-9bd0-41ca-8a26-35edf985176d" providerId="ADAL" clId="{CA0C9A9E-0AB1-4534-AAA1-ED41F6BB11EE}" dt="2024-12-02T19:03:43.866" v="4826" actId="20577"/>
        <pc:sldMkLst>
          <pc:docMk/>
          <pc:sldMk cId="3705197784" sldId="262"/>
        </pc:sldMkLst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3705197784" sldId="262"/>
            <ac:spMk id="2" creationId="{DA20C16E-EE09-4B13-BB89-6590E07E1502}"/>
          </ac:spMkLst>
        </pc:spChg>
        <pc:spChg chg="mod ord">
          <ac:chgData name="Myron Tsatsarakis" userId="45ba414a-9bd0-41ca-8a26-35edf985176d" providerId="ADAL" clId="{CA0C9A9E-0AB1-4534-AAA1-ED41F6BB11EE}" dt="2024-12-02T19:03:43.866" v="4826" actId="20577"/>
          <ac:spMkLst>
            <pc:docMk/>
            <pc:sldMk cId="3705197784" sldId="262"/>
            <ac:spMk id="3" creationId="{A247D8E3-C9DA-4912-99A2-709FF18FC874}"/>
          </ac:spMkLst>
        </pc:spChg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3705197784" sldId="262"/>
            <ac:spMk id="4" creationId="{DE6494AB-9EFC-4351-9328-228285A6F515}"/>
          </ac:spMkLst>
        </pc:spChg>
        <pc:picChg chg="add del mod">
          <ac:chgData name="Myron Tsatsarakis" userId="45ba414a-9bd0-41ca-8a26-35edf985176d" providerId="ADAL" clId="{CA0C9A9E-0AB1-4534-AAA1-ED41F6BB11EE}" dt="2024-12-02T16:47:30.117" v="4671" actId="478"/>
          <ac:picMkLst>
            <pc:docMk/>
            <pc:sldMk cId="3705197784" sldId="262"/>
            <ac:picMk id="6" creationId="{3D3235BE-B5F4-496D-AC4D-4D9266AF8D73}"/>
          </ac:picMkLst>
        </pc:picChg>
        <pc:picChg chg="add mod">
          <ac:chgData name="Myron Tsatsarakis" userId="45ba414a-9bd0-41ca-8a26-35edf985176d" providerId="ADAL" clId="{CA0C9A9E-0AB1-4534-AAA1-ED41F6BB11EE}" dt="2024-12-02T17:03:38.711" v="4692" actId="14826"/>
          <ac:picMkLst>
            <pc:docMk/>
            <pc:sldMk cId="3705197784" sldId="262"/>
            <ac:picMk id="8" creationId="{D0A27D0B-CC70-45B9-950F-F21329070B3E}"/>
          </ac:picMkLst>
        </pc:picChg>
      </pc:sldChg>
      <pc:sldChg chg="addSp modSp mod chgLayout">
        <pc:chgData name="Myron Tsatsarakis" userId="45ba414a-9bd0-41ca-8a26-35edf985176d" providerId="ADAL" clId="{CA0C9A9E-0AB1-4534-AAA1-ED41F6BB11EE}" dt="2024-12-03T15:25:39.294" v="4917"/>
        <pc:sldMkLst>
          <pc:docMk/>
          <pc:sldMk cId="868232497" sldId="263"/>
        </pc:sldMkLst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868232497" sldId="263"/>
            <ac:spMk id="2" creationId="{23B4AD2D-5EBC-44D0-A32F-9A4FDD34A8CE}"/>
          </ac:spMkLst>
        </pc:spChg>
        <pc:spChg chg="mod ord">
          <ac:chgData name="Myron Tsatsarakis" userId="45ba414a-9bd0-41ca-8a26-35edf985176d" providerId="ADAL" clId="{CA0C9A9E-0AB1-4534-AAA1-ED41F6BB11EE}" dt="2024-12-03T15:25:39.294" v="4917"/>
          <ac:spMkLst>
            <pc:docMk/>
            <pc:sldMk cId="868232497" sldId="263"/>
            <ac:spMk id="3" creationId="{D6B75DD1-A03D-41BB-B80C-B688E12A5DFB}"/>
          </ac:spMkLst>
        </pc:spChg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868232497" sldId="263"/>
            <ac:spMk id="4" creationId="{0B18A6AF-BB43-4A68-913F-474B51B86E7F}"/>
          </ac:spMkLst>
        </pc:spChg>
        <pc:picChg chg="add mod">
          <ac:chgData name="Myron Tsatsarakis" userId="45ba414a-9bd0-41ca-8a26-35edf985176d" providerId="ADAL" clId="{CA0C9A9E-0AB1-4534-AAA1-ED41F6BB11EE}" dt="2024-12-02T17:28:45.160" v="4698" actId="1076"/>
          <ac:picMkLst>
            <pc:docMk/>
            <pc:sldMk cId="868232497" sldId="263"/>
            <ac:picMk id="6" creationId="{C2F6598B-A2DF-40D3-9727-7F139FD69E75}"/>
          </ac:picMkLst>
        </pc:picChg>
      </pc:sldChg>
      <pc:sldChg chg="addSp delSp modSp mod ord chgLayout">
        <pc:chgData name="Myron Tsatsarakis" userId="45ba414a-9bd0-41ca-8a26-35edf985176d" providerId="ADAL" clId="{CA0C9A9E-0AB1-4534-AAA1-ED41F6BB11EE}" dt="2024-12-03T15:26:43.783" v="4919" actId="20577"/>
        <pc:sldMkLst>
          <pc:docMk/>
          <pc:sldMk cId="318638402" sldId="264"/>
        </pc:sldMkLst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318638402" sldId="264"/>
            <ac:spMk id="2" creationId="{73AAB370-86B8-4161-ACA7-6F592AFFEB72}"/>
          </ac:spMkLst>
        </pc:spChg>
        <pc:spChg chg="mod ord">
          <ac:chgData name="Myron Tsatsarakis" userId="45ba414a-9bd0-41ca-8a26-35edf985176d" providerId="ADAL" clId="{CA0C9A9E-0AB1-4534-AAA1-ED41F6BB11EE}" dt="2024-12-03T15:26:43.783" v="4919" actId="20577"/>
          <ac:spMkLst>
            <pc:docMk/>
            <pc:sldMk cId="318638402" sldId="264"/>
            <ac:spMk id="3" creationId="{4DFF79CB-3C32-4FAD-8666-97CE5944E83A}"/>
          </ac:spMkLst>
        </pc:spChg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318638402" sldId="264"/>
            <ac:spMk id="4" creationId="{24A10B59-AC90-4B50-96CF-3082689F510A}"/>
          </ac:spMkLst>
        </pc:spChg>
        <pc:picChg chg="add del mod">
          <ac:chgData name="Myron Tsatsarakis" userId="45ba414a-9bd0-41ca-8a26-35edf985176d" providerId="ADAL" clId="{CA0C9A9E-0AB1-4534-AAA1-ED41F6BB11EE}" dt="2024-12-02T17:01:58.861" v="4686" actId="478"/>
          <ac:picMkLst>
            <pc:docMk/>
            <pc:sldMk cId="318638402" sldId="264"/>
            <ac:picMk id="6" creationId="{A8348AC5-67C4-474B-A6FC-3E659B66C4F8}"/>
          </ac:picMkLst>
        </pc:picChg>
        <pc:picChg chg="add mod">
          <ac:chgData name="Myron Tsatsarakis" userId="45ba414a-9bd0-41ca-8a26-35edf985176d" providerId="ADAL" clId="{CA0C9A9E-0AB1-4534-AAA1-ED41F6BB11EE}" dt="2024-12-02T17:02:24.998" v="4691" actId="1076"/>
          <ac:picMkLst>
            <pc:docMk/>
            <pc:sldMk cId="318638402" sldId="264"/>
            <ac:picMk id="8" creationId="{C0790725-E288-487A-A420-093D03DA7C90}"/>
          </ac:picMkLst>
        </pc:picChg>
      </pc:sldChg>
      <pc:sldChg chg="modSp mod chgLayout">
        <pc:chgData name="Myron Tsatsarakis" userId="45ba414a-9bd0-41ca-8a26-35edf985176d" providerId="ADAL" clId="{CA0C9A9E-0AB1-4534-AAA1-ED41F6BB11EE}" dt="2024-12-03T15:24:30.651" v="4916" actId="14100"/>
        <pc:sldMkLst>
          <pc:docMk/>
          <pc:sldMk cId="3720434300" sldId="265"/>
        </pc:sldMkLst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3720434300" sldId="265"/>
            <ac:spMk id="2" creationId="{6C4551BA-DF2F-4EB6-B478-F92802C866D6}"/>
          </ac:spMkLst>
        </pc:spChg>
        <pc:spChg chg="mod ord">
          <ac:chgData name="Myron Tsatsarakis" userId="45ba414a-9bd0-41ca-8a26-35edf985176d" providerId="ADAL" clId="{CA0C9A9E-0AB1-4534-AAA1-ED41F6BB11EE}" dt="2024-12-03T15:24:30.651" v="4916" actId="14100"/>
          <ac:spMkLst>
            <pc:docMk/>
            <pc:sldMk cId="3720434300" sldId="265"/>
            <ac:spMk id="3" creationId="{77FEA71C-5334-4360-A4A5-E8A9A929C35F}"/>
          </ac:spMkLst>
        </pc:spChg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3720434300" sldId="265"/>
            <ac:spMk id="4" creationId="{12DCF25F-0DC2-42A4-B6A4-BFCC26512598}"/>
          </ac:spMkLst>
        </pc:spChg>
      </pc:sldChg>
      <pc:sldChg chg="modSp mod chgLayout">
        <pc:chgData name="Myron Tsatsarakis" userId="45ba414a-9bd0-41ca-8a26-35edf985176d" providerId="ADAL" clId="{CA0C9A9E-0AB1-4534-AAA1-ED41F6BB11EE}" dt="2024-12-02T16:06:16.206" v="4609" actId="27636"/>
        <pc:sldMkLst>
          <pc:docMk/>
          <pc:sldMk cId="573514205" sldId="266"/>
        </pc:sldMkLst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573514205" sldId="266"/>
            <ac:spMk id="2" creationId="{05154AC1-920A-42B5-B453-B7E020C217C8}"/>
          </ac:spMkLst>
        </pc:spChg>
        <pc:spChg chg="mod ord">
          <ac:chgData name="Myron Tsatsarakis" userId="45ba414a-9bd0-41ca-8a26-35edf985176d" providerId="ADAL" clId="{CA0C9A9E-0AB1-4534-AAA1-ED41F6BB11EE}" dt="2024-12-02T16:06:16.206" v="4609" actId="27636"/>
          <ac:spMkLst>
            <pc:docMk/>
            <pc:sldMk cId="573514205" sldId="266"/>
            <ac:spMk id="3" creationId="{51018C2C-CFEE-4DEA-A08C-FB0F215F77D5}"/>
          </ac:spMkLst>
        </pc:spChg>
        <pc:spChg chg="mod ord">
          <ac:chgData name="Myron Tsatsarakis" userId="45ba414a-9bd0-41ca-8a26-35edf985176d" providerId="ADAL" clId="{CA0C9A9E-0AB1-4534-AAA1-ED41F6BB11EE}" dt="2024-12-02T15:41:09.711" v="3870" actId="700"/>
          <ac:spMkLst>
            <pc:docMk/>
            <pc:sldMk cId="573514205" sldId="266"/>
            <ac:spMk id="4" creationId="{6CD8B649-3B43-49DE-B77E-9B27231427D7}"/>
          </ac:spMkLst>
        </pc:spChg>
      </pc:sldChg>
      <pc:sldChg chg="modSp del mod">
        <pc:chgData name="Myron Tsatsarakis" userId="45ba414a-9bd0-41ca-8a26-35edf985176d" providerId="ADAL" clId="{CA0C9A9E-0AB1-4534-AAA1-ED41F6BB11EE}" dt="2024-12-02T15:00:25.226" v="3777" actId="47"/>
        <pc:sldMkLst>
          <pc:docMk/>
          <pc:sldMk cId="3030177551" sldId="267"/>
        </pc:sldMkLst>
        <pc:spChg chg="mod">
          <ac:chgData name="Myron Tsatsarakis" userId="45ba414a-9bd0-41ca-8a26-35edf985176d" providerId="ADAL" clId="{CA0C9A9E-0AB1-4534-AAA1-ED41F6BB11EE}" dt="2024-12-02T11:11:46.725" v="21" actId="27636"/>
          <ac:spMkLst>
            <pc:docMk/>
            <pc:sldMk cId="3030177551" sldId="267"/>
            <ac:spMk id="3" creationId="{FDCC0E9D-DB9C-48BC-ADA0-0136D8E8B648}"/>
          </ac:spMkLst>
        </pc:spChg>
      </pc:sldChg>
      <pc:sldChg chg="modSp mod chgLayout">
        <pc:chgData name="Myron Tsatsarakis" userId="45ba414a-9bd0-41ca-8a26-35edf985176d" providerId="ADAL" clId="{CA0C9A9E-0AB1-4534-AAA1-ED41F6BB11EE}" dt="2024-12-03T15:31:18.712" v="5034" actId="20577"/>
        <pc:sldMkLst>
          <pc:docMk/>
          <pc:sldMk cId="2757224152" sldId="268"/>
        </pc:sldMkLst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2757224152" sldId="268"/>
            <ac:spMk id="2" creationId="{56BF8B61-4BB8-4F8A-80BC-26771CE1993B}"/>
          </ac:spMkLst>
        </pc:spChg>
        <pc:spChg chg="mod ord">
          <ac:chgData name="Myron Tsatsarakis" userId="45ba414a-9bd0-41ca-8a26-35edf985176d" providerId="ADAL" clId="{CA0C9A9E-0AB1-4534-AAA1-ED41F6BB11EE}" dt="2024-12-03T15:31:18.712" v="5034" actId="20577"/>
          <ac:spMkLst>
            <pc:docMk/>
            <pc:sldMk cId="2757224152" sldId="268"/>
            <ac:spMk id="3" creationId="{8F30BC2F-41A2-413B-8B57-9A549A40F638}"/>
          </ac:spMkLst>
        </pc:spChg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2757224152" sldId="268"/>
            <ac:spMk id="4" creationId="{45EBD6AE-C45A-4BD2-A913-9B1413CFBF7C}"/>
          </ac:spMkLst>
        </pc:spChg>
      </pc:sldChg>
      <pc:sldChg chg="addSp delSp modSp mod modClrScheme chgLayout">
        <pc:chgData name="Myron Tsatsarakis" userId="45ba414a-9bd0-41ca-8a26-35edf985176d" providerId="ADAL" clId="{CA0C9A9E-0AB1-4534-AAA1-ED41F6BB11EE}" dt="2024-12-03T15:31:38.304" v="5037" actId="20577"/>
        <pc:sldMkLst>
          <pc:docMk/>
          <pc:sldMk cId="2726171366" sldId="269"/>
        </pc:sldMkLst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2726171366" sldId="269"/>
            <ac:spMk id="2" creationId="{42A7AEFF-6B9E-4C9B-937E-56C54DCF642E}"/>
          </ac:spMkLst>
        </pc:spChg>
        <pc:spChg chg="mod ord">
          <ac:chgData name="Myron Tsatsarakis" userId="45ba414a-9bd0-41ca-8a26-35edf985176d" providerId="ADAL" clId="{CA0C9A9E-0AB1-4534-AAA1-ED41F6BB11EE}" dt="2024-12-03T15:31:38.304" v="5037" actId="20577"/>
          <ac:spMkLst>
            <pc:docMk/>
            <pc:sldMk cId="2726171366" sldId="269"/>
            <ac:spMk id="3" creationId="{6BBA5E4B-15F9-4A27-8F82-8E83A228731D}"/>
          </ac:spMkLst>
        </pc:spChg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2726171366" sldId="269"/>
            <ac:spMk id="4" creationId="{6280AA5A-7790-44B8-9F27-490587603E07}"/>
          </ac:spMkLst>
        </pc:spChg>
        <pc:spChg chg="add del mod ord">
          <ac:chgData name="Myron Tsatsarakis" userId="45ba414a-9bd0-41ca-8a26-35edf985176d" providerId="ADAL" clId="{CA0C9A9E-0AB1-4534-AAA1-ED41F6BB11EE}" dt="2024-12-02T15:02:23.639" v="3795" actId="700"/>
          <ac:spMkLst>
            <pc:docMk/>
            <pc:sldMk cId="2726171366" sldId="269"/>
            <ac:spMk id="5" creationId="{B0A2607E-83EB-4863-AB38-079073CA11BB}"/>
          </ac:spMkLst>
        </pc:spChg>
      </pc:sldChg>
      <pc:sldChg chg="del">
        <pc:chgData name="Myron Tsatsarakis" userId="45ba414a-9bd0-41ca-8a26-35edf985176d" providerId="ADAL" clId="{CA0C9A9E-0AB1-4534-AAA1-ED41F6BB11EE}" dt="2024-12-02T11:41:47.399" v="1020" actId="47"/>
        <pc:sldMkLst>
          <pc:docMk/>
          <pc:sldMk cId="3546121244" sldId="270"/>
        </pc:sldMkLst>
      </pc:sldChg>
      <pc:sldChg chg="del">
        <pc:chgData name="Myron Tsatsarakis" userId="45ba414a-9bd0-41ca-8a26-35edf985176d" providerId="ADAL" clId="{CA0C9A9E-0AB1-4534-AAA1-ED41F6BB11EE}" dt="2024-12-02T15:01:25.114" v="3788" actId="47"/>
        <pc:sldMkLst>
          <pc:docMk/>
          <pc:sldMk cId="1460957903" sldId="271"/>
        </pc:sldMkLst>
      </pc:sldChg>
      <pc:sldChg chg="del">
        <pc:chgData name="Myron Tsatsarakis" userId="45ba414a-9bd0-41ca-8a26-35edf985176d" providerId="ADAL" clId="{CA0C9A9E-0AB1-4534-AAA1-ED41F6BB11EE}" dt="2024-12-02T15:01:26.723" v="3789" actId="47"/>
        <pc:sldMkLst>
          <pc:docMk/>
          <pc:sldMk cId="1817966434" sldId="272"/>
        </pc:sldMkLst>
      </pc:sldChg>
      <pc:sldChg chg="modSp mod chgLayout">
        <pc:chgData name="Myron Tsatsarakis" userId="45ba414a-9bd0-41ca-8a26-35edf985176d" providerId="ADAL" clId="{CA0C9A9E-0AB1-4534-AAA1-ED41F6BB11EE}" dt="2024-12-02T15:55:23.841" v="4074" actId="113"/>
        <pc:sldMkLst>
          <pc:docMk/>
          <pc:sldMk cId="978719745" sldId="273"/>
        </pc:sldMkLst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978719745" sldId="273"/>
            <ac:spMk id="2" creationId="{B8C7E11C-F417-4877-91B4-170217721A51}"/>
          </ac:spMkLst>
        </pc:spChg>
        <pc:spChg chg="mod ord">
          <ac:chgData name="Myron Tsatsarakis" userId="45ba414a-9bd0-41ca-8a26-35edf985176d" providerId="ADAL" clId="{CA0C9A9E-0AB1-4534-AAA1-ED41F6BB11EE}" dt="2024-12-02T15:55:23.841" v="4074" actId="113"/>
          <ac:spMkLst>
            <pc:docMk/>
            <pc:sldMk cId="978719745" sldId="273"/>
            <ac:spMk id="3" creationId="{0C28F5AD-2C4F-485F-BC65-532CAF65D98F}"/>
          </ac:spMkLst>
        </pc:spChg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978719745" sldId="273"/>
            <ac:spMk id="4" creationId="{B6A3DF50-23D4-48D5-9B4A-1638B3A9901F}"/>
          </ac:spMkLst>
        </pc:spChg>
      </pc:sldChg>
      <pc:sldChg chg="modSp">
        <pc:chgData name="Myron Tsatsarakis" userId="45ba414a-9bd0-41ca-8a26-35edf985176d" providerId="ADAL" clId="{CA0C9A9E-0AB1-4534-AAA1-ED41F6BB11EE}" dt="2024-12-02T15:39:12.157" v="3854"/>
        <pc:sldMkLst>
          <pc:docMk/>
          <pc:sldMk cId="3379263346" sldId="274"/>
        </pc:sldMkLst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3379263346" sldId="274"/>
            <ac:spMk id="2" creationId="{2AEC6C96-17F5-46F8-8A29-A8E8E772CF68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3379263346" sldId="274"/>
            <ac:spMk id="3" creationId="{C13F3C89-A9DE-4DF2-993C-3B965ED6B9E7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3379263346" sldId="274"/>
            <ac:spMk id="4" creationId="{0005480D-8484-4C48-A076-04ABC3B92F9B}"/>
          </ac:spMkLst>
        </pc:spChg>
      </pc:sldChg>
      <pc:sldChg chg="addSp delSp modSp mod modClrScheme chgLayout">
        <pc:chgData name="Myron Tsatsarakis" userId="45ba414a-9bd0-41ca-8a26-35edf985176d" providerId="ADAL" clId="{CA0C9A9E-0AB1-4534-AAA1-ED41F6BB11EE}" dt="2024-12-03T15:30:51.156" v="5032" actId="113"/>
        <pc:sldMkLst>
          <pc:docMk/>
          <pc:sldMk cId="1779104855" sldId="275"/>
        </pc:sldMkLst>
        <pc:spChg chg="mod ord">
          <ac:chgData name="Myron Tsatsarakis" userId="45ba414a-9bd0-41ca-8a26-35edf985176d" providerId="ADAL" clId="{CA0C9A9E-0AB1-4534-AAA1-ED41F6BB11EE}" dt="2024-12-02T17:30:21.638" v="4700" actId="207"/>
          <ac:spMkLst>
            <pc:docMk/>
            <pc:sldMk cId="1779104855" sldId="275"/>
            <ac:spMk id="2" creationId="{8BCA7ECF-69AB-4197-9F13-E21C47A9ED18}"/>
          </ac:spMkLst>
        </pc:spChg>
        <pc:spChg chg="del mod ord">
          <ac:chgData name="Myron Tsatsarakis" userId="45ba414a-9bd0-41ca-8a26-35edf985176d" providerId="ADAL" clId="{CA0C9A9E-0AB1-4534-AAA1-ED41F6BB11EE}" dt="2024-12-02T14:57:28.851" v="3740" actId="931"/>
          <ac:spMkLst>
            <pc:docMk/>
            <pc:sldMk cId="1779104855" sldId="275"/>
            <ac:spMk id="3" creationId="{4CDE2379-AF04-4CBA-97E3-DE10FB11A6EC}"/>
          </ac:spMkLst>
        </pc:spChg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1779104855" sldId="275"/>
            <ac:spMk id="4" creationId="{F4D1D0E4-FB95-4F13-860E-B8F478686526}"/>
          </ac:spMkLst>
        </pc:spChg>
        <pc:spChg chg="add del mod ord">
          <ac:chgData name="Myron Tsatsarakis" userId="45ba414a-9bd0-41ca-8a26-35edf985176d" providerId="ADAL" clId="{CA0C9A9E-0AB1-4534-AAA1-ED41F6BB11EE}" dt="2024-12-03T15:30:51.156" v="5032" actId="113"/>
          <ac:spMkLst>
            <pc:docMk/>
            <pc:sldMk cId="1779104855" sldId="275"/>
            <ac:spMk id="5" creationId="{3970F9F4-B4BE-4CC3-9A35-86307B176660}"/>
          </ac:spMkLst>
        </pc:spChg>
        <pc:spChg chg="add del mod">
          <ac:chgData name="Myron Tsatsarakis" userId="45ba414a-9bd0-41ca-8a26-35edf985176d" providerId="ADAL" clId="{CA0C9A9E-0AB1-4534-AAA1-ED41F6BB11EE}" dt="2024-12-02T14:59:17.697" v="3762" actId="478"/>
          <ac:spMkLst>
            <pc:docMk/>
            <pc:sldMk cId="1779104855" sldId="275"/>
            <ac:spMk id="11" creationId="{BF8DDC9F-1450-454D-B383-334909F0AA2A}"/>
          </ac:spMkLst>
        </pc:spChg>
        <pc:spChg chg="add del mod">
          <ac:chgData name="Myron Tsatsarakis" userId="45ba414a-9bd0-41ca-8a26-35edf985176d" providerId="ADAL" clId="{CA0C9A9E-0AB1-4534-AAA1-ED41F6BB11EE}" dt="2024-12-02T14:59:14.165" v="3761" actId="6264"/>
          <ac:spMkLst>
            <pc:docMk/>
            <pc:sldMk cId="1779104855" sldId="275"/>
            <ac:spMk id="12" creationId="{F8233A29-FCBC-490D-8B9D-87F3D0037D2F}"/>
          </ac:spMkLst>
        </pc:spChg>
        <pc:spChg chg="add del mod">
          <ac:chgData name="Myron Tsatsarakis" userId="45ba414a-9bd0-41ca-8a26-35edf985176d" providerId="ADAL" clId="{CA0C9A9E-0AB1-4534-AAA1-ED41F6BB11EE}" dt="2024-12-02T14:59:14.165" v="3761" actId="6264"/>
          <ac:spMkLst>
            <pc:docMk/>
            <pc:sldMk cId="1779104855" sldId="275"/>
            <ac:spMk id="13" creationId="{CABB808A-D8B1-49A7-81B3-6EAA845B5571}"/>
          </ac:spMkLst>
        </pc:spChg>
        <pc:spChg chg="add del mod">
          <ac:chgData name="Myron Tsatsarakis" userId="45ba414a-9bd0-41ca-8a26-35edf985176d" providerId="ADAL" clId="{CA0C9A9E-0AB1-4534-AAA1-ED41F6BB11EE}" dt="2024-12-02T14:59:14.165" v="3761" actId="6264"/>
          <ac:spMkLst>
            <pc:docMk/>
            <pc:sldMk cId="1779104855" sldId="275"/>
            <ac:spMk id="14" creationId="{728DA374-CFF6-4F37-B1DC-91A1D9293CE2}"/>
          </ac:spMkLst>
        </pc:spChg>
        <pc:spChg chg="add del mod ord">
          <ac:chgData name="Myron Tsatsarakis" userId="45ba414a-9bd0-41ca-8a26-35edf985176d" providerId="ADAL" clId="{CA0C9A9E-0AB1-4534-AAA1-ED41F6BB11EE}" dt="2024-12-02T14:59:14.165" v="3761" actId="6264"/>
          <ac:spMkLst>
            <pc:docMk/>
            <pc:sldMk cId="1779104855" sldId="275"/>
            <ac:spMk id="15" creationId="{9EE41F8A-3153-43CA-81A1-5DC07B9DBF26}"/>
          </ac:spMkLst>
        </pc:spChg>
        <pc:spChg chg="add del mod ord">
          <ac:chgData name="Myron Tsatsarakis" userId="45ba414a-9bd0-41ca-8a26-35edf985176d" providerId="ADAL" clId="{CA0C9A9E-0AB1-4534-AAA1-ED41F6BB11EE}" dt="2024-12-02T14:59:23.019" v="3764" actId="700"/>
          <ac:spMkLst>
            <pc:docMk/>
            <pc:sldMk cId="1779104855" sldId="275"/>
            <ac:spMk id="17" creationId="{32FC2B74-159C-4FE3-9813-21B9FFB2E29E}"/>
          </ac:spMkLst>
        </pc:spChg>
        <pc:picChg chg="add del mod">
          <ac:chgData name="Myron Tsatsarakis" userId="45ba414a-9bd0-41ca-8a26-35edf985176d" providerId="ADAL" clId="{CA0C9A9E-0AB1-4534-AAA1-ED41F6BB11EE}" dt="2024-12-02T14:57:16.824" v="3732" actId="931"/>
          <ac:picMkLst>
            <pc:docMk/>
            <pc:sldMk cId="1779104855" sldId="275"/>
            <ac:picMk id="7" creationId="{16F98618-1E9F-4011-808C-45FA05260737}"/>
          </ac:picMkLst>
        </pc:picChg>
        <pc:picChg chg="add del mod ord">
          <ac:chgData name="Myron Tsatsarakis" userId="45ba414a-9bd0-41ca-8a26-35edf985176d" providerId="ADAL" clId="{CA0C9A9E-0AB1-4534-AAA1-ED41F6BB11EE}" dt="2024-12-02T14:59:20.600" v="3763" actId="478"/>
          <ac:picMkLst>
            <pc:docMk/>
            <pc:sldMk cId="1779104855" sldId="275"/>
            <ac:picMk id="9" creationId="{DE41F56F-38A7-4B11-BD98-E5562320F5F6}"/>
          </ac:picMkLst>
        </pc:picChg>
        <pc:picChg chg="add mod">
          <ac:chgData name="Myron Tsatsarakis" userId="45ba414a-9bd0-41ca-8a26-35edf985176d" providerId="ADAL" clId="{CA0C9A9E-0AB1-4534-AAA1-ED41F6BB11EE}" dt="2024-12-02T16:07:07.730" v="4621" actId="14100"/>
          <ac:picMkLst>
            <pc:docMk/>
            <pc:sldMk cId="1779104855" sldId="275"/>
            <ac:picMk id="19" creationId="{FC43D09A-5592-4013-BE67-99953B6420D6}"/>
          </ac:picMkLst>
        </pc:picChg>
      </pc:sldChg>
      <pc:sldChg chg="addSp delSp modSp mod">
        <pc:chgData name="Myron Tsatsarakis" userId="45ba414a-9bd0-41ca-8a26-35edf985176d" providerId="ADAL" clId="{CA0C9A9E-0AB1-4534-AAA1-ED41F6BB11EE}" dt="2024-12-02T16:08:29.342" v="4650" actId="27636"/>
        <pc:sldMkLst>
          <pc:docMk/>
          <pc:sldMk cId="3743019704" sldId="276"/>
        </pc:sldMkLst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3743019704" sldId="276"/>
            <ac:spMk id="2" creationId="{CAF1D8D9-8FF6-4791-9EDE-26ECE134E094}"/>
          </ac:spMkLst>
        </pc:spChg>
        <pc:spChg chg="add del mod">
          <ac:chgData name="Myron Tsatsarakis" userId="45ba414a-9bd0-41ca-8a26-35edf985176d" providerId="ADAL" clId="{CA0C9A9E-0AB1-4534-AAA1-ED41F6BB11EE}" dt="2024-12-02T11:12:39.546" v="40" actId="931"/>
          <ac:spMkLst>
            <pc:docMk/>
            <pc:sldMk cId="3743019704" sldId="276"/>
            <ac:spMk id="4" creationId="{127E2712-5213-4689-9828-E4B9D17F6AA9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3743019704" sldId="276"/>
            <ac:spMk id="5" creationId="{8A7ABAFD-F535-4A80-B833-6AEFF964BAE7}"/>
          </ac:spMkLst>
        </pc:spChg>
        <pc:spChg chg="mod">
          <ac:chgData name="Myron Tsatsarakis" userId="45ba414a-9bd0-41ca-8a26-35edf985176d" providerId="ADAL" clId="{CA0C9A9E-0AB1-4534-AAA1-ED41F6BB11EE}" dt="2024-12-02T16:08:29.342" v="4650" actId="27636"/>
          <ac:spMkLst>
            <pc:docMk/>
            <pc:sldMk cId="3743019704" sldId="276"/>
            <ac:spMk id="8" creationId="{B2CBDED0-AC6D-43AC-AD89-F41D30925D9D}"/>
          </ac:spMkLst>
        </pc:spChg>
        <pc:picChg chg="add mod">
          <ac:chgData name="Myron Tsatsarakis" userId="45ba414a-9bd0-41ca-8a26-35edf985176d" providerId="ADAL" clId="{CA0C9A9E-0AB1-4534-AAA1-ED41F6BB11EE}" dt="2024-12-02T15:46:54.983" v="3985" actId="1076"/>
          <ac:picMkLst>
            <pc:docMk/>
            <pc:sldMk cId="3743019704" sldId="276"/>
            <ac:picMk id="7" creationId="{02551FA6-B5C4-4B98-86A1-0F32348B8953}"/>
          </ac:picMkLst>
        </pc:picChg>
        <pc:picChg chg="del">
          <ac:chgData name="Myron Tsatsarakis" userId="45ba414a-9bd0-41ca-8a26-35edf985176d" providerId="ADAL" clId="{CA0C9A9E-0AB1-4534-AAA1-ED41F6BB11EE}" dt="2024-12-02T11:12:35.449" v="39" actId="478"/>
          <ac:picMkLst>
            <pc:docMk/>
            <pc:sldMk cId="3743019704" sldId="276"/>
            <ac:picMk id="10" creationId="{5C055FD8-2CB3-41A4-9508-4F8F6CA06F1E}"/>
          </ac:picMkLst>
        </pc:picChg>
      </pc:sldChg>
      <pc:sldChg chg="addSp delSp modSp mod">
        <pc:chgData name="Myron Tsatsarakis" userId="45ba414a-9bd0-41ca-8a26-35edf985176d" providerId="ADAL" clId="{CA0C9A9E-0AB1-4534-AAA1-ED41F6BB11EE}" dt="2024-12-02T16:08:20.874" v="4644" actId="14100"/>
        <pc:sldMkLst>
          <pc:docMk/>
          <pc:sldMk cId="2133741852" sldId="277"/>
        </pc:sldMkLst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2133741852" sldId="277"/>
            <ac:spMk id="2" creationId="{F3F95B40-88CE-4C55-96AA-DC35C9FDEB31}"/>
          </ac:spMkLst>
        </pc:spChg>
        <pc:spChg chg="add del mod">
          <ac:chgData name="Myron Tsatsarakis" userId="45ba414a-9bd0-41ca-8a26-35edf985176d" providerId="ADAL" clId="{CA0C9A9E-0AB1-4534-AAA1-ED41F6BB11EE}" dt="2024-12-02T11:21:44.175" v="277" actId="931"/>
          <ac:spMkLst>
            <pc:docMk/>
            <pc:sldMk cId="2133741852" sldId="277"/>
            <ac:spMk id="4" creationId="{FE6CA40E-6D6E-4BD5-BF4A-3DBD437BFDEC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2133741852" sldId="277"/>
            <ac:spMk id="5" creationId="{F75F73F6-F289-4E9E-A6D0-FDD35943C800}"/>
          </ac:spMkLst>
        </pc:spChg>
        <pc:spChg chg="mod">
          <ac:chgData name="Myron Tsatsarakis" userId="45ba414a-9bd0-41ca-8a26-35edf985176d" providerId="ADAL" clId="{CA0C9A9E-0AB1-4534-AAA1-ED41F6BB11EE}" dt="2024-12-02T16:08:20.874" v="4644" actId="14100"/>
          <ac:spMkLst>
            <pc:docMk/>
            <pc:sldMk cId="2133741852" sldId="277"/>
            <ac:spMk id="9" creationId="{E925C161-57DA-4AB4-BD16-473217AFEB22}"/>
          </ac:spMkLst>
        </pc:spChg>
        <pc:picChg chg="add mod">
          <ac:chgData name="Myron Tsatsarakis" userId="45ba414a-9bd0-41ca-8a26-35edf985176d" providerId="ADAL" clId="{CA0C9A9E-0AB1-4534-AAA1-ED41F6BB11EE}" dt="2024-12-02T15:39:12.157" v="3854"/>
          <ac:picMkLst>
            <pc:docMk/>
            <pc:sldMk cId="2133741852" sldId="277"/>
            <ac:picMk id="7" creationId="{B37068C2-F617-48B5-8D97-52E5E9E8F612}"/>
          </ac:picMkLst>
        </pc:picChg>
        <pc:picChg chg="del">
          <ac:chgData name="Myron Tsatsarakis" userId="45ba414a-9bd0-41ca-8a26-35edf985176d" providerId="ADAL" clId="{CA0C9A9E-0AB1-4534-AAA1-ED41F6BB11EE}" dt="2024-12-02T11:21:40.409" v="276" actId="478"/>
          <ac:picMkLst>
            <pc:docMk/>
            <pc:sldMk cId="2133741852" sldId="277"/>
            <ac:picMk id="11" creationId="{C6E56793-6752-4DEF-9547-7FFCA373DD3B}"/>
          </ac:picMkLst>
        </pc:picChg>
      </pc:sldChg>
      <pc:sldChg chg="addSp delSp modSp mod">
        <pc:chgData name="Myron Tsatsarakis" userId="45ba414a-9bd0-41ca-8a26-35edf985176d" providerId="ADAL" clId="{CA0C9A9E-0AB1-4534-AAA1-ED41F6BB11EE}" dt="2024-12-02T15:50:54.318" v="4001" actId="14100"/>
        <pc:sldMkLst>
          <pc:docMk/>
          <pc:sldMk cId="1568148731" sldId="278"/>
        </pc:sldMkLst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1568148731" sldId="278"/>
            <ac:spMk id="2" creationId="{CA6111EC-F383-4934-B924-45D4FF0F82D0}"/>
          </ac:spMkLst>
        </pc:spChg>
        <pc:spChg chg="add del mod">
          <ac:chgData name="Myron Tsatsarakis" userId="45ba414a-9bd0-41ca-8a26-35edf985176d" providerId="ADAL" clId="{CA0C9A9E-0AB1-4534-AAA1-ED41F6BB11EE}" dt="2024-12-02T11:26:58.765" v="442" actId="931"/>
          <ac:spMkLst>
            <pc:docMk/>
            <pc:sldMk cId="1568148731" sldId="278"/>
            <ac:spMk id="4" creationId="{0437C99A-0415-4A9B-8858-8942706A2955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1568148731" sldId="278"/>
            <ac:spMk id="5" creationId="{FCA34C9C-9889-4635-8F8E-4719316D47FF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1568148731" sldId="278"/>
            <ac:spMk id="7" creationId="{70CE5FF9-F51D-4426-9E55-B84DB118C2C2}"/>
          </ac:spMkLst>
        </pc:spChg>
        <pc:picChg chg="add mod">
          <ac:chgData name="Myron Tsatsarakis" userId="45ba414a-9bd0-41ca-8a26-35edf985176d" providerId="ADAL" clId="{CA0C9A9E-0AB1-4534-AAA1-ED41F6BB11EE}" dt="2024-12-02T15:50:54.318" v="4001" actId="14100"/>
          <ac:picMkLst>
            <pc:docMk/>
            <pc:sldMk cId="1568148731" sldId="278"/>
            <ac:picMk id="8" creationId="{764325DD-CC50-4671-8114-55BDA84BCC96}"/>
          </ac:picMkLst>
        </pc:picChg>
        <pc:picChg chg="del">
          <ac:chgData name="Myron Tsatsarakis" userId="45ba414a-9bd0-41ca-8a26-35edf985176d" providerId="ADAL" clId="{CA0C9A9E-0AB1-4534-AAA1-ED41F6BB11EE}" dt="2024-12-02T11:26:53.985" v="441" actId="478"/>
          <ac:picMkLst>
            <pc:docMk/>
            <pc:sldMk cId="1568148731" sldId="278"/>
            <ac:picMk id="9" creationId="{0C508CE0-2048-4095-AA2B-29A854F7A9B9}"/>
          </ac:picMkLst>
        </pc:picChg>
      </pc:sldChg>
      <pc:sldChg chg="addSp delSp modSp mod">
        <pc:chgData name="Myron Tsatsarakis" userId="45ba414a-9bd0-41ca-8a26-35edf985176d" providerId="ADAL" clId="{CA0C9A9E-0AB1-4534-AAA1-ED41F6BB11EE}" dt="2024-12-03T15:13:18.829" v="4834" actId="20577"/>
        <pc:sldMkLst>
          <pc:docMk/>
          <pc:sldMk cId="3112774460" sldId="279"/>
        </pc:sldMkLst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3112774460" sldId="279"/>
            <ac:spMk id="2" creationId="{006D8DEE-4DE4-435C-8C68-23B595EFF3D0}"/>
          </ac:spMkLst>
        </pc:spChg>
        <pc:spChg chg="add del mod">
          <ac:chgData name="Myron Tsatsarakis" userId="45ba414a-9bd0-41ca-8a26-35edf985176d" providerId="ADAL" clId="{CA0C9A9E-0AB1-4534-AAA1-ED41F6BB11EE}" dt="2024-12-02T11:31:14.270" v="588" actId="931"/>
          <ac:spMkLst>
            <pc:docMk/>
            <pc:sldMk cId="3112774460" sldId="279"/>
            <ac:spMk id="4" creationId="{E4FC840B-D364-4668-8832-98A650242DD8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3112774460" sldId="279"/>
            <ac:spMk id="5" creationId="{FEC1933B-D1FE-47E8-B960-E4DAF62A5F41}"/>
          </ac:spMkLst>
        </pc:spChg>
        <pc:spChg chg="mod">
          <ac:chgData name="Myron Tsatsarakis" userId="45ba414a-9bd0-41ca-8a26-35edf985176d" providerId="ADAL" clId="{CA0C9A9E-0AB1-4534-AAA1-ED41F6BB11EE}" dt="2024-12-03T15:13:18.829" v="4834" actId="20577"/>
          <ac:spMkLst>
            <pc:docMk/>
            <pc:sldMk cId="3112774460" sldId="279"/>
            <ac:spMk id="9" creationId="{D1A4DC01-E9FC-4B99-B39E-BAFEE1F0A61E}"/>
          </ac:spMkLst>
        </pc:spChg>
        <pc:picChg chg="add mod">
          <ac:chgData name="Myron Tsatsarakis" userId="45ba414a-9bd0-41ca-8a26-35edf985176d" providerId="ADAL" clId="{CA0C9A9E-0AB1-4534-AAA1-ED41F6BB11EE}" dt="2024-12-02T15:51:02.446" v="4002" actId="14100"/>
          <ac:picMkLst>
            <pc:docMk/>
            <pc:sldMk cId="3112774460" sldId="279"/>
            <ac:picMk id="7" creationId="{C2EBA2C5-31EE-4347-A60D-49DCA9777B4B}"/>
          </ac:picMkLst>
        </pc:picChg>
        <pc:picChg chg="del">
          <ac:chgData name="Myron Tsatsarakis" userId="45ba414a-9bd0-41ca-8a26-35edf985176d" providerId="ADAL" clId="{CA0C9A9E-0AB1-4534-AAA1-ED41F6BB11EE}" dt="2024-12-02T11:31:07.514" v="587" actId="478"/>
          <ac:picMkLst>
            <pc:docMk/>
            <pc:sldMk cId="3112774460" sldId="279"/>
            <ac:picMk id="11" creationId="{ED8010F8-2955-4977-A111-DB204FF7D135}"/>
          </ac:picMkLst>
        </pc:picChg>
      </pc:sldChg>
      <pc:sldChg chg="del">
        <pc:chgData name="Myron Tsatsarakis" userId="45ba414a-9bd0-41ca-8a26-35edf985176d" providerId="ADAL" clId="{CA0C9A9E-0AB1-4534-AAA1-ED41F6BB11EE}" dt="2024-12-02T15:01:22.835" v="3787" actId="47"/>
        <pc:sldMkLst>
          <pc:docMk/>
          <pc:sldMk cId="1956674070" sldId="280"/>
        </pc:sldMkLst>
      </pc:sldChg>
      <pc:sldChg chg="addSp delSp modSp del mod modClrScheme chgLayout">
        <pc:chgData name="Myron Tsatsarakis" userId="45ba414a-9bd0-41ca-8a26-35edf985176d" providerId="ADAL" clId="{CA0C9A9E-0AB1-4534-AAA1-ED41F6BB11EE}" dt="2024-12-02T15:42:21.298" v="3881" actId="47"/>
        <pc:sldMkLst>
          <pc:docMk/>
          <pc:sldMk cId="1218029885" sldId="281"/>
        </pc:sldMkLst>
        <pc:spChg chg="add del mod">
          <ac:chgData name="Myron Tsatsarakis" userId="45ba414a-9bd0-41ca-8a26-35edf985176d" providerId="ADAL" clId="{CA0C9A9E-0AB1-4534-AAA1-ED41F6BB11EE}" dt="2024-12-02T14:59:51.979" v="3771" actId="700"/>
          <ac:spMkLst>
            <pc:docMk/>
            <pc:sldMk cId="1218029885" sldId="281"/>
            <ac:spMk id="3" creationId="{C8A43929-7187-4547-8E01-B71F416319AF}"/>
          </ac:spMkLst>
        </pc:spChg>
        <pc:spChg chg="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1218029885" sldId="281"/>
            <ac:spMk id="4" creationId="{C2ADE7A2-FA96-41C5-A42B-F9B2013C00B3}"/>
          </ac:spMkLst>
        </pc:spChg>
        <pc:spChg chg="add mod ord">
          <ac:chgData name="Myron Tsatsarakis" userId="45ba414a-9bd0-41ca-8a26-35edf985176d" providerId="ADAL" clId="{CA0C9A9E-0AB1-4534-AAA1-ED41F6BB11EE}" dt="2024-12-02T15:41:23.327" v="3871" actId="700"/>
          <ac:spMkLst>
            <pc:docMk/>
            <pc:sldMk cId="1218029885" sldId="281"/>
            <ac:spMk id="5" creationId="{AD57A045-6818-4EFB-A52A-0FF78C01F2DE}"/>
          </ac:spMkLst>
        </pc:spChg>
        <pc:spChg chg="del">
          <ac:chgData name="Myron Tsatsarakis" userId="45ba414a-9bd0-41ca-8a26-35edf985176d" providerId="ADAL" clId="{CA0C9A9E-0AB1-4534-AAA1-ED41F6BB11EE}" dt="2024-12-02T14:56:47.768" v="3727" actId="478"/>
          <ac:spMkLst>
            <pc:docMk/>
            <pc:sldMk cId="1218029885" sldId="281"/>
            <ac:spMk id="7" creationId="{1B645F2C-5610-4DEB-972A-8F237262A0B1}"/>
          </ac:spMkLst>
        </pc:spChg>
        <pc:picChg chg="mod ord">
          <ac:chgData name="Myron Tsatsarakis" userId="45ba414a-9bd0-41ca-8a26-35edf985176d" providerId="ADAL" clId="{CA0C9A9E-0AB1-4534-AAA1-ED41F6BB11EE}" dt="2024-12-02T15:41:23.327" v="3871" actId="700"/>
          <ac:picMkLst>
            <pc:docMk/>
            <pc:sldMk cId="1218029885" sldId="281"/>
            <ac:picMk id="12" creationId="{5738A7A1-0BEA-4A01-924A-F39FA5F225D0}"/>
          </ac:picMkLst>
        </pc:picChg>
      </pc:sldChg>
      <pc:sldChg chg="addSp delSp modSp mod">
        <pc:chgData name="Myron Tsatsarakis" userId="45ba414a-9bd0-41ca-8a26-35edf985176d" providerId="ADAL" clId="{CA0C9A9E-0AB1-4534-AAA1-ED41F6BB11EE}" dt="2024-12-02T16:07:54.009" v="4634" actId="27636"/>
        <pc:sldMkLst>
          <pc:docMk/>
          <pc:sldMk cId="2887677652" sldId="282"/>
        </pc:sldMkLst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2887677652" sldId="282"/>
            <ac:spMk id="2" creationId="{7C433B15-54EC-40F6-BA01-BE48558C55AB}"/>
          </ac:spMkLst>
        </pc:spChg>
        <pc:spChg chg="mod">
          <ac:chgData name="Myron Tsatsarakis" userId="45ba414a-9bd0-41ca-8a26-35edf985176d" providerId="ADAL" clId="{CA0C9A9E-0AB1-4534-AAA1-ED41F6BB11EE}" dt="2024-12-02T16:07:54.009" v="4634" actId="27636"/>
          <ac:spMkLst>
            <pc:docMk/>
            <pc:sldMk cId="2887677652" sldId="282"/>
            <ac:spMk id="4" creationId="{BD1A8C18-CE4B-4644-9464-73D94C4E2461}"/>
          </ac:spMkLst>
        </pc:spChg>
        <pc:spChg chg="mod">
          <ac:chgData name="Myron Tsatsarakis" userId="45ba414a-9bd0-41ca-8a26-35edf985176d" providerId="ADAL" clId="{CA0C9A9E-0AB1-4534-AAA1-ED41F6BB11EE}" dt="2024-12-02T15:39:12.157" v="3854"/>
          <ac:spMkLst>
            <pc:docMk/>
            <pc:sldMk cId="2887677652" sldId="282"/>
            <ac:spMk id="5" creationId="{CEE7CF93-D3F3-40AB-B4C1-BD7457C6D406}"/>
          </ac:spMkLst>
        </pc:spChg>
        <pc:spChg chg="add del mod">
          <ac:chgData name="Myron Tsatsarakis" userId="45ba414a-9bd0-41ca-8a26-35edf985176d" providerId="ADAL" clId="{CA0C9A9E-0AB1-4534-AAA1-ED41F6BB11EE}" dt="2024-12-02T11:34:09.168" v="718" actId="931"/>
          <ac:spMkLst>
            <pc:docMk/>
            <pc:sldMk cId="2887677652" sldId="282"/>
            <ac:spMk id="6" creationId="{B312F8D1-31E3-4559-BF91-C6B835AE2B33}"/>
          </ac:spMkLst>
        </pc:spChg>
        <pc:picChg chg="del">
          <ac:chgData name="Myron Tsatsarakis" userId="45ba414a-9bd0-41ca-8a26-35edf985176d" providerId="ADAL" clId="{CA0C9A9E-0AB1-4534-AAA1-ED41F6BB11EE}" dt="2024-12-02T11:34:04.817" v="717" actId="478"/>
          <ac:picMkLst>
            <pc:docMk/>
            <pc:sldMk cId="2887677652" sldId="282"/>
            <ac:picMk id="7" creationId="{CB4BDA7C-9B9D-4E38-903D-9F7211F0BF02}"/>
          </ac:picMkLst>
        </pc:picChg>
        <pc:picChg chg="add mod">
          <ac:chgData name="Myron Tsatsarakis" userId="45ba414a-9bd0-41ca-8a26-35edf985176d" providerId="ADAL" clId="{CA0C9A9E-0AB1-4534-AAA1-ED41F6BB11EE}" dt="2024-12-02T15:39:12.157" v="3854"/>
          <ac:picMkLst>
            <pc:docMk/>
            <pc:sldMk cId="2887677652" sldId="282"/>
            <ac:picMk id="9" creationId="{B730F109-EEB8-4E65-BDF6-E3010E4ECBC7}"/>
          </ac:picMkLst>
        </pc:picChg>
      </pc:sldChg>
      <pc:sldChg chg="addSp delSp modSp new mod modClrScheme chgLayout">
        <pc:chgData name="Myron Tsatsarakis" userId="45ba414a-9bd0-41ca-8a26-35edf985176d" providerId="ADAL" clId="{CA0C9A9E-0AB1-4534-AAA1-ED41F6BB11EE}" dt="2024-12-02T15:47:42.982" v="3993" actId="14100"/>
        <pc:sldMkLst>
          <pc:docMk/>
          <pc:sldMk cId="741792822" sldId="283"/>
        </pc:sldMkLst>
        <pc:spChg chg="mod ord">
          <ac:chgData name="Myron Tsatsarakis" userId="45ba414a-9bd0-41ca-8a26-35edf985176d" providerId="ADAL" clId="{CA0C9A9E-0AB1-4534-AAA1-ED41F6BB11EE}" dt="2024-12-02T15:39:12.157" v="3854"/>
          <ac:spMkLst>
            <pc:docMk/>
            <pc:sldMk cId="741792822" sldId="283"/>
            <ac:spMk id="2" creationId="{D0D1F59C-5119-4E3F-8B71-CD0979DC7A0B}"/>
          </ac:spMkLst>
        </pc:spChg>
        <pc:spChg chg="del mod ord">
          <ac:chgData name="Myron Tsatsarakis" userId="45ba414a-9bd0-41ca-8a26-35edf985176d" providerId="ADAL" clId="{CA0C9A9E-0AB1-4534-AAA1-ED41F6BB11EE}" dt="2024-12-02T11:44:19.737" v="1021" actId="700"/>
          <ac:spMkLst>
            <pc:docMk/>
            <pc:sldMk cId="741792822" sldId="283"/>
            <ac:spMk id="3" creationId="{E8C69967-80F1-4B4E-9E2A-5CCEDB5140B8}"/>
          </ac:spMkLst>
        </pc:spChg>
        <pc:spChg chg="del">
          <ac:chgData name="Myron Tsatsarakis" userId="45ba414a-9bd0-41ca-8a26-35edf985176d" providerId="ADAL" clId="{CA0C9A9E-0AB1-4534-AAA1-ED41F6BB11EE}" dt="2024-12-02T11:44:19.737" v="1021" actId="700"/>
          <ac:spMkLst>
            <pc:docMk/>
            <pc:sldMk cId="741792822" sldId="283"/>
            <ac:spMk id="4" creationId="{59026245-B08F-44CB-AAB9-99AF51BD9935}"/>
          </ac:spMkLst>
        </pc:spChg>
        <pc:spChg chg="mod ord">
          <ac:chgData name="Myron Tsatsarakis" userId="45ba414a-9bd0-41ca-8a26-35edf985176d" providerId="ADAL" clId="{CA0C9A9E-0AB1-4534-AAA1-ED41F6BB11EE}" dt="2024-12-02T15:39:12.157" v="3854"/>
          <ac:spMkLst>
            <pc:docMk/>
            <pc:sldMk cId="741792822" sldId="283"/>
            <ac:spMk id="5" creationId="{4028D577-8D15-43F8-95BB-7C984AFB1FF8}"/>
          </ac:spMkLst>
        </pc:spChg>
        <pc:spChg chg="add mod ord">
          <ac:chgData name="Myron Tsatsarakis" userId="45ba414a-9bd0-41ca-8a26-35edf985176d" providerId="ADAL" clId="{CA0C9A9E-0AB1-4534-AAA1-ED41F6BB11EE}" dt="2024-12-02T15:47:42.982" v="3993" actId="14100"/>
          <ac:spMkLst>
            <pc:docMk/>
            <pc:sldMk cId="741792822" sldId="283"/>
            <ac:spMk id="6" creationId="{FCA55DB8-7175-4ABE-87E5-040E79287879}"/>
          </ac:spMkLst>
        </pc:spChg>
      </pc:sldChg>
      <pc:sldChg chg="addSp delSp modSp new mod ord modClrScheme chgLayout">
        <pc:chgData name="Myron Tsatsarakis" userId="45ba414a-9bd0-41ca-8a26-35edf985176d" providerId="ADAL" clId="{CA0C9A9E-0AB1-4534-AAA1-ED41F6BB11EE}" dt="2024-12-02T15:49:10.238" v="3999" actId="14100"/>
        <pc:sldMkLst>
          <pc:docMk/>
          <pc:sldMk cId="148926325" sldId="284"/>
        </pc:sldMkLst>
        <pc:spChg chg="del mod ord">
          <ac:chgData name="Myron Tsatsarakis" userId="45ba414a-9bd0-41ca-8a26-35edf985176d" providerId="ADAL" clId="{CA0C9A9E-0AB1-4534-AAA1-ED41F6BB11EE}" dt="2024-12-02T12:16:49.458" v="2001" actId="700"/>
          <ac:spMkLst>
            <pc:docMk/>
            <pc:sldMk cId="148926325" sldId="284"/>
            <ac:spMk id="2" creationId="{8E751E42-A8B1-44DF-ACA8-F12DCF7516B3}"/>
          </ac:spMkLst>
        </pc:spChg>
        <pc:spChg chg="del mod ord">
          <ac:chgData name="Myron Tsatsarakis" userId="45ba414a-9bd0-41ca-8a26-35edf985176d" providerId="ADAL" clId="{CA0C9A9E-0AB1-4534-AAA1-ED41F6BB11EE}" dt="2024-12-02T12:16:49.458" v="2001" actId="700"/>
          <ac:spMkLst>
            <pc:docMk/>
            <pc:sldMk cId="148926325" sldId="284"/>
            <ac:spMk id="3" creationId="{B263F445-95E5-4513-A458-F17AB1D02B36}"/>
          </ac:spMkLst>
        </pc:spChg>
        <pc:spChg chg="del">
          <ac:chgData name="Myron Tsatsarakis" userId="45ba414a-9bd0-41ca-8a26-35edf985176d" providerId="ADAL" clId="{CA0C9A9E-0AB1-4534-AAA1-ED41F6BB11EE}" dt="2024-12-02T12:16:49.458" v="2001" actId="700"/>
          <ac:spMkLst>
            <pc:docMk/>
            <pc:sldMk cId="148926325" sldId="284"/>
            <ac:spMk id="4" creationId="{56D1A4F0-2DA6-49A5-B1BA-DCF1804CF2CD}"/>
          </ac:spMkLst>
        </pc:spChg>
        <pc:spChg chg="mod ord">
          <ac:chgData name="Myron Tsatsarakis" userId="45ba414a-9bd0-41ca-8a26-35edf985176d" providerId="ADAL" clId="{CA0C9A9E-0AB1-4534-AAA1-ED41F6BB11EE}" dt="2024-12-02T15:39:12.157" v="3854"/>
          <ac:spMkLst>
            <pc:docMk/>
            <pc:sldMk cId="148926325" sldId="284"/>
            <ac:spMk id="5" creationId="{568202A4-2416-41C6-816B-F5798C2F8CF2}"/>
          </ac:spMkLst>
        </pc:spChg>
        <pc:spChg chg="add mod ord">
          <ac:chgData name="Myron Tsatsarakis" userId="45ba414a-9bd0-41ca-8a26-35edf985176d" providerId="ADAL" clId="{CA0C9A9E-0AB1-4534-AAA1-ED41F6BB11EE}" dt="2024-12-02T15:39:12.157" v="3854"/>
          <ac:spMkLst>
            <pc:docMk/>
            <pc:sldMk cId="148926325" sldId="284"/>
            <ac:spMk id="6" creationId="{4CED18AB-7C4A-40EB-ADA2-A5E3AA4F2C2D}"/>
          </ac:spMkLst>
        </pc:spChg>
        <pc:spChg chg="add mod ord">
          <ac:chgData name="Myron Tsatsarakis" userId="45ba414a-9bd0-41ca-8a26-35edf985176d" providerId="ADAL" clId="{CA0C9A9E-0AB1-4534-AAA1-ED41F6BB11EE}" dt="2024-12-02T15:49:10.238" v="3999" actId="14100"/>
          <ac:spMkLst>
            <pc:docMk/>
            <pc:sldMk cId="148926325" sldId="284"/>
            <ac:spMk id="7" creationId="{3F7D3C84-26F7-424B-8F31-013E46879AA7}"/>
          </ac:spMkLst>
        </pc:spChg>
      </pc:sldChg>
      <pc:sldChg chg="addSp delSp modSp new mod modClrScheme chgLayout">
        <pc:chgData name="Myron Tsatsarakis" userId="45ba414a-9bd0-41ca-8a26-35edf985176d" providerId="ADAL" clId="{CA0C9A9E-0AB1-4534-AAA1-ED41F6BB11EE}" dt="2024-12-02T15:46:34.910" v="3983" actId="1076"/>
        <pc:sldMkLst>
          <pc:docMk/>
          <pc:sldMk cId="1733472907" sldId="285"/>
        </pc:sldMkLst>
        <pc:spChg chg="del">
          <ac:chgData name="Myron Tsatsarakis" userId="45ba414a-9bd0-41ca-8a26-35edf985176d" providerId="ADAL" clId="{CA0C9A9E-0AB1-4534-AAA1-ED41F6BB11EE}" dt="2024-12-02T13:21:51.145" v="3369" actId="700"/>
          <ac:spMkLst>
            <pc:docMk/>
            <pc:sldMk cId="1733472907" sldId="285"/>
            <ac:spMk id="2" creationId="{266F691A-D8D1-4042-937E-6D1D9A3316BB}"/>
          </ac:spMkLst>
        </pc:spChg>
        <pc:spChg chg="del">
          <ac:chgData name="Myron Tsatsarakis" userId="45ba414a-9bd0-41ca-8a26-35edf985176d" providerId="ADAL" clId="{CA0C9A9E-0AB1-4534-AAA1-ED41F6BB11EE}" dt="2024-12-02T13:21:51.145" v="3369" actId="700"/>
          <ac:spMkLst>
            <pc:docMk/>
            <pc:sldMk cId="1733472907" sldId="285"/>
            <ac:spMk id="3" creationId="{CD203CF2-529F-4F8E-9BBA-2E1AEB7C0121}"/>
          </ac:spMkLst>
        </pc:spChg>
        <pc:spChg chg="mod ord">
          <ac:chgData name="Myron Tsatsarakis" userId="45ba414a-9bd0-41ca-8a26-35edf985176d" providerId="ADAL" clId="{CA0C9A9E-0AB1-4534-AAA1-ED41F6BB11EE}" dt="2024-12-02T15:39:12.157" v="3854"/>
          <ac:spMkLst>
            <pc:docMk/>
            <pc:sldMk cId="1733472907" sldId="285"/>
            <ac:spMk id="4" creationId="{43632CEC-294D-4252-861E-651A2843DF0B}"/>
          </ac:spMkLst>
        </pc:spChg>
        <pc:picChg chg="add mod">
          <ac:chgData name="Myron Tsatsarakis" userId="45ba414a-9bd0-41ca-8a26-35edf985176d" providerId="ADAL" clId="{CA0C9A9E-0AB1-4534-AAA1-ED41F6BB11EE}" dt="2024-12-02T13:23:02.515" v="3394" actId="14100"/>
          <ac:picMkLst>
            <pc:docMk/>
            <pc:sldMk cId="1733472907" sldId="285"/>
            <ac:picMk id="6" creationId="{6D147061-E195-41FB-B230-75BAA0A4CD84}"/>
          </ac:picMkLst>
        </pc:picChg>
        <pc:picChg chg="add mod">
          <ac:chgData name="Myron Tsatsarakis" userId="45ba414a-9bd0-41ca-8a26-35edf985176d" providerId="ADAL" clId="{CA0C9A9E-0AB1-4534-AAA1-ED41F6BB11EE}" dt="2024-12-02T13:23:12.665" v="3398" actId="14100"/>
          <ac:picMkLst>
            <pc:docMk/>
            <pc:sldMk cId="1733472907" sldId="285"/>
            <ac:picMk id="8" creationId="{57FBA66B-35A2-4532-A16E-087B7E401160}"/>
          </ac:picMkLst>
        </pc:picChg>
        <pc:picChg chg="add mod">
          <ac:chgData name="Myron Tsatsarakis" userId="45ba414a-9bd0-41ca-8a26-35edf985176d" providerId="ADAL" clId="{CA0C9A9E-0AB1-4534-AAA1-ED41F6BB11EE}" dt="2024-12-02T15:46:34.910" v="3983" actId="1076"/>
          <ac:picMkLst>
            <pc:docMk/>
            <pc:sldMk cId="1733472907" sldId="285"/>
            <ac:picMk id="10" creationId="{8A384C23-BCE0-4FED-8155-C3DC8A252343}"/>
          </ac:picMkLst>
        </pc:picChg>
        <pc:picChg chg="add mod">
          <ac:chgData name="Myron Tsatsarakis" userId="45ba414a-9bd0-41ca-8a26-35edf985176d" providerId="ADAL" clId="{CA0C9A9E-0AB1-4534-AAA1-ED41F6BB11EE}" dt="2024-12-02T13:23:37.160" v="3404" actId="14100"/>
          <ac:picMkLst>
            <pc:docMk/>
            <pc:sldMk cId="1733472907" sldId="285"/>
            <ac:picMk id="12" creationId="{27B9EFBC-AF34-45CC-AF8D-949905CA6C97}"/>
          </ac:picMkLst>
        </pc:picChg>
        <pc:picChg chg="add mod">
          <ac:chgData name="Myron Tsatsarakis" userId="45ba414a-9bd0-41ca-8a26-35edf985176d" providerId="ADAL" clId="{CA0C9A9E-0AB1-4534-AAA1-ED41F6BB11EE}" dt="2024-12-02T13:23:07.968" v="3396" actId="1076"/>
          <ac:picMkLst>
            <pc:docMk/>
            <pc:sldMk cId="1733472907" sldId="285"/>
            <ac:picMk id="14" creationId="{109F4C2B-33B5-49E9-80B8-F495076E6BE5}"/>
          </ac:picMkLst>
        </pc:picChg>
        <pc:picChg chg="add mod">
          <ac:chgData name="Myron Tsatsarakis" userId="45ba414a-9bd0-41ca-8a26-35edf985176d" providerId="ADAL" clId="{CA0C9A9E-0AB1-4534-AAA1-ED41F6BB11EE}" dt="2024-12-02T13:23:53.801" v="3405" actId="1076"/>
          <ac:picMkLst>
            <pc:docMk/>
            <pc:sldMk cId="1733472907" sldId="285"/>
            <ac:picMk id="16" creationId="{F78623F6-BD50-497E-A256-9ED1D9C944ED}"/>
          </ac:picMkLst>
        </pc:picChg>
      </pc:sldChg>
      <pc:sldChg chg="new del">
        <pc:chgData name="Myron Tsatsarakis" userId="45ba414a-9bd0-41ca-8a26-35edf985176d" providerId="ADAL" clId="{CA0C9A9E-0AB1-4534-AAA1-ED41F6BB11EE}" dt="2024-12-02T13:21:02.637" v="3366" actId="680"/>
        <pc:sldMkLst>
          <pc:docMk/>
          <pc:sldMk cId="3805827881" sldId="285"/>
        </pc:sldMkLst>
      </pc:sldChg>
      <pc:sldChg chg="modSp new mod">
        <pc:chgData name="Myron Tsatsarakis" userId="45ba414a-9bd0-41ca-8a26-35edf985176d" providerId="ADAL" clId="{CA0C9A9E-0AB1-4534-AAA1-ED41F6BB11EE}" dt="2024-12-02T17:51:31.010" v="4751" actId="20577"/>
        <pc:sldMkLst>
          <pc:docMk/>
          <pc:sldMk cId="2139703958" sldId="286"/>
        </pc:sldMkLst>
        <pc:spChg chg="mod">
          <ac:chgData name="Myron Tsatsarakis" userId="45ba414a-9bd0-41ca-8a26-35edf985176d" providerId="ADAL" clId="{CA0C9A9E-0AB1-4534-AAA1-ED41F6BB11EE}" dt="2024-12-02T16:05:29.738" v="4601" actId="20577"/>
          <ac:spMkLst>
            <pc:docMk/>
            <pc:sldMk cId="2139703958" sldId="286"/>
            <ac:spMk id="2" creationId="{7F0BC1E2-0501-4D2C-B512-392D31AB2B8F}"/>
          </ac:spMkLst>
        </pc:spChg>
        <pc:spChg chg="mod">
          <ac:chgData name="Myron Tsatsarakis" userId="45ba414a-9bd0-41ca-8a26-35edf985176d" providerId="ADAL" clId="{CA0C9A9E-0AB1-4534-AAA1-ED41F6BB11EE}" dt="2024-12-02T17:51:31.010" v="4751" actId="20577"/>
          <ac:spMkLst>
            <pc:docMk/>
            <pc:sldMk cId="2139703958" sldId="286"/>
            <ac:spMk id="3" creationId="{897D717D-720A-4114-BC30-CA786112F6D7}"/>
          </ac:spMkLst>
        </pc:spChg>
      </pc:sldChg>
      <pc:sldChg chg="addSp delSp modSp new mod">
        <pc:chgData name="Myron Tsatsarakis" userId="45ba414a-9bd0-41ca-8a26-35edf985176d" providerId="ADAL" clId="{CA0C9A9E-0AB1-4534-AAA1-ED41F6BB11EE}" dt="2024-12-02T17:49:36.893" v="4744" actId="14826"/>
        <pc:sldMkLst>
          <pc:docMk/>
          <pc:sldMk cId="1866210128" sldId="287"/>
        </pc:sldMkLst>
        <pc:spChg chg="mod">
          <ac:chgData name="Myron Tsatsarakis" userId="45ba414a-9bd0-41ca-8a26-35edf985176d" providerId="ADAL" clId="{CA0C9A9E-0AB1-4534-AAA1-ED41F6BB11EE}" dt="2024-12-02T17:36:22.312" v="4732" actId="20577"/>
          <ac:spMkLst>
            <pc:docMk/>
            <pc:sldMk cId="1866210128" sldId="287"/>
            <ac:spMk id="2" creationId="{BF0F72A5-3595-4B7C-902B-FC120D598B61}"/>
          </ac:spMkLst>
        </pc:spChg>
        <pc:spChg chg="del">
          <ac:chgData name="Myron Tsatsarakis" userId="45ba414a-9bd0-41ca-8a26-35edf985176d" providerId="ADAL" clId="{CA0C9A9E-0AB1-4534-AAA1-ED41F6BB11EE}" dt="2024-12-02T17:47:41.999" v="4733" actId="931"/>
          <ac:spMkLst>
            <pc:docMk/>
            <pc:sldMk cId="1866210128" sldId="287"/>
            <ac:spMk id="3" creationId="{862462AC-A4FB-4C4C-B3AA-B5D369FA1AF9}"/>
          </ac:spMkLst>
        </pc:spChg>
        <pc:picChg chg="add mod">
          <ac:chgData name="Myron Tsatsarakis" userId="45ba414a-9bd0-41ca-8a26-35edf985176d" providerId="ADAL" clId="{CA0C9A9E-0AB1-4534-AAA1-ED41F6BB11EE}" dt="2024-12-02T17:49:36.893" v="4744" actId="14826"/>
          <ac:picMkLst>
            <pc:docMk/>
            <pc:sldMk cId="1866210128" sldId="287"/>
            <ac:picMk id="6" creationId="{F0394976-35D4-41F1-A80F-F6D1DBEAC62B}"/>
          </ac:picMkLst>
        </pc:picChg>
      </pc:sldChg>
      <pc:sldMasterChg chg="modSp mod setBg modSldLayout">
        <pc:chgData name="Myron Tsatsarakis" userId="45ba414a-9bd0-41ca-8a26-35edf985176d" providerId="ADAL" clId="{CA0C9A9E-0AB1-4534-AAA1-ED41F6BB11EE}" dt="2024-12-02T15:36:25.452" v="3849"/>
        <pc:sldMasterMkLst>
          <pc:docMk/>
          <pc:sldMasterMk cId="2276814820" sldId="2147484095"/>
        </pc:sldMasterMkLst>
        <pc:spChg chg="mod">
          <ac:chgData name="Myron Tsatsarakis" userId="45ba414a-9bd0-41ca-8a26-35edf985176d" providerId="ADAL" clId="{CA0C9A9E-0AB1-4534-AAA1-ED41F6BB11EE}" dt="2024-12-02T11:14:07.088" v="43" actId="1076"/>
          <ac:spMkLst>
            <pc:docMk/>
            <pc:sldMasterMk cId="2276814820" sldId="2147484095"/>
            <ac:spMk id="2" creationId="{FD0032FC-4BD3-4BB5-9D53-9F7FB56305E2}"/>
          </ac:spMkLst>
        </pc:spChg>
        <pc:spChg chg="mod">
          <ac:chgData name="Myron Tsatsarakis" userId="45ba414a-9bd0-41ca-8a26-35edf985176d" providerId="ADAL" clId="{CA0C9A9E-0AB1-4534-AAA1-ED41F6BB11EE}" dt="2024-12-02T11:14:30.865" v="45" actId="14100"/>
          <ac:spMkLst>
            <pc:docMk/>
            <pc:sldMasterMk cId="2276814820" sldId="2147484095"/>
            <ac:spMk id="3" creationId="{7C9987BF-DB98-407F-A440-120639E92695}"/>
          </ac:spMkLst>
        </pc:spChg>
        <pc:sldLayoutChg chg="modSp mod">
          <pc:chgData name="Myron Tsatsarakis" userId="45ba414a-9bd0-41ca-8a26-35edf985176d" providerId="ADAL" clId="{CA0C9A9E-0AB1-4534-AAA1-ED41F6BB11EE}" dt="2024-12-02T11:15:06" v="50" actId="14100"/>
          <pc:sldLayoutMkLst>
            <pc:docMk/>
            <pc:sldMasterMk cId="2276814820" sldId="2147484095"/>
            <pc:sldLayoutMk cId="2158515468" sldId="2147484099"/>
          </pc:sldLayoutMkLst>
          <pc:spChg chg="mod">
            <ac:chgData name="Myron Tsatsarakis" userId="45ba414a-9bd0-41ca-8a26-35edf985176d" providerId="ADAL" clId="{CA0C9A9E-0AB1-4534-AAA1-ED41F6BB11EE}" dt="2024-12-02T11:15:06" v="50" actId="14100"/>
            <ac:spMkLst>
              <pc:docMk/>
              <pc:sldMasterMk cId="2276814820" sldId="2147484095"/>
              <pc:sldLayoutMk cId="2158515468" sldId="2147484099"/>
              <ac:spMk id="3" creationId="{3CAF8D33-4A8F-4C77-9F26-F607E2B27C9E}"/>
            </ac:spMkLst>
          </pc:spChg>
          <pc:spChg chg="mod">
            <ac:chgData name="Myron Tsatsarakis" userId="45ba414a-9bd0-41ca-8a26-35edf985176d" providerId="ADAL" clId="{CA0C9A9E-0AB1-4534-AAA1-ED41F6BB11EE}" dt="2024-12-02T11:15:03.392" v="48" actId="14100"/>
            <ac:spMkLst>
              <pc:docMk/>
              <pc:sldMasterMk cId="2276814820" sldId="2147484095"/>
              <pc:sldLayoutMk cId="2158515468" sldId="2147484099"/>
              <ac:spMk id="4" creationId="{EEEF54E3-48BA-48EB-A624-DDBC78E384BA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2227E0-DD49-4BE3-ABA3-D564C9E2D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3D94D-5160-4631-AABB-11DF632350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62FD0-A370-4F5A-96E5-85F594605700}" type="datetimeFigureOut">
              <a:rPr lang="el-GR" smtClean="0"/>
              <a:t>07/10/2025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280FC-FC4C-4F35-8493-D75EBDBC69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1B2CE-DDD9-4A24-86D5-5F5770035D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CA137-077A-4317-BE79-349C5C797E2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18513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FD97A-E7A4-44EE-931D-0700A409CA06}" type="datetimeFigureOut">
              <a:rPr lang="el-GR" smtClean="0"/>
              <a:t>07/10/2025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5C940-8770-43C3-8396-B0F94887DED6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0246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A0C76FF-F80D-4C9E-AED9-5EB5B52ED6ED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05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C3BB-8CFD-49CC-BA8E-FBBAF4D4A0DC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69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7D354-05C1-4B1F-B4E8-8EE1A13E169C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27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7E78-7C8B-4EA9-BBCD-9FAECC255D4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9444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FECD2-556F-4916-AD58-25695B539193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30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05C5D-359C-47C0-926A-BE922DA9C95C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13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662-1D9D-4355-B1CD-318745F7F6F7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95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406A1-8761-4BEB-B3A2-F2B6C9506D33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062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417E-4778-422D-8732-544D235A48B0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77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5C14-A60B-4343-B376-3187D270A1F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436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5C14-A60B-4343-B376-3187D270A1F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83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5C14-A60B-4343-B376-3187D270A1F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90775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5C14-A60B-4343-B376-3187D270A1F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7049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5C14-A60B-4343-B376-3187D270A1F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27267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5C14-A60B-4343-B376-3187D270A1F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7873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BB30490-0564-496F-9980-65EC4263DC0F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623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B2A56FA-1A94-4F63-B789-C737857F224C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64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0715C14-A60B-4343-B376-3187D270A1F4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89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  <p:sldLayoutId id="2147484119" r:id="rId12"/>
    <p:sldLayoutId id="2147484120" r:id="rId13"/>
    <p:sldLayoutId id="2147484121" r:id="rId14"/>
    <p:sldLayoutId id="2147484122" r:id="rId15"/>
    <p:sldLayoutId id="2147484123" r:id="rId16"/>
    <p:sldLayoutId id="2147484124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B17C-9BE9-44D1-9608-A28741EEE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240</a:t>
            </a:r>
            <a:br>
              <a:rPr lang="en-US" dirty="0"/>
            </a:br>
            <a:r>
              <a:rPr lang="en-US" dirty="0"/>
              <a:t>Programming Assignment</a:t>
            </a:r>
            <a:br>
              <a:rPr lang="en-US" dirty="0"/>
            </a:br>
            <a:r>
              <a:rPr lang="en-US" dirty="0"/>
              <a:t>Phase 1</a:t>
            </a:r>
            <a:endParaRPr lang="el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34C76-C43B-481F-9FFB-50D2E8444E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cap="none" dirty="0">
                <a:solidFill>
                  <a:schemeClr val="bg1"/>
                </a:solidFill>
              </a:rPr>
              <a:t>Winter Semester 2025-2026</a:t>
            </a:r>
          </a:p>
          <a:p>
            <a:r>
              <a:rPr lang="en-US" cap="none">
                <a:solidFill>
                  <a:schemeClr val="bg1"/>
                </a:solidFill>
              </a:rPr>
              <a:t>Presenter: Myron </a:t>
            </a:r>
            <a:r>
              <a:rPr lang="en-US" cap="none" dirty="0">
                <a:solidFill>
                  <a:schemeClr val="bg1"/>
                </a:solidFill>
              </a:rPr>
              <a:t>Tsatsarakis – myrontsa@csd.uoc.gr</a:t>
            </a:r>
          </a:p>
          <a:p>
            <a:r>
              <a:rPr lang="en-US" cap="none" dirty="0">
                <a:solidFill>
                  <a:schemeClr val="bg1"/>
                </a:solidFill>
              </a:rPr>
              <a:t>7 October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D3C34-3C8E-41F6-8005-22336E89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10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A2CE-B84B-4414-8388-754FFEE5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1B10-4C6A-45FA-BBAB-70E81A75E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82253"/>
            <a:ext cx="10035785" cy="4186989"/>
          </a:xfrm>
        </p:spPr>
        <p:txBody>
          <a:bodyPr>
            <a:normAutofit/>
          </a:bodyPr>
          <a:lstStyle/>
          <a:p>
            <a:r>
              <a:rPr lang="en-US" b="1" dirty="0"/>
              <a:t>Main Idea: </a:t>
            </a:r>
            <a:r>
              <a:rPr lang="en-US" dirty="0"/>
              <a:t>Library Management System</a:t>
            </a:r>
          </a:p>
          <a:p>
            <a:r>
              <a:rPr lang="en-US" dirty="0"/>
              <a:t>Supports</a:t>
            </a:r>
          </a:p>
          <a:p>
            <a:pPr lvl="1"/>
            <a:r>
              <a:rPr lang="en-US" dirty="0"/>
              <a:t>Loaning, returning, reviewing books by members</a:t>
            </a:r>
          </a:p>
          <a:p>
            <a:pPr lvl="1"/>
            <a:r>
              <a:rPr lang="en-US" dirty="0"/>
              <a:t>Showcasing popular book titles at the building window</a:t>
            </a:r>
          </a:p>
          <a:p>
            <a:r>
              <a:rPr lang="en-US" dirty="0"/>
              <a:t>Library: contains Genres list and Members list</a:t>
            </a:r>
          </a:p>
          <a:p>
            <a:r>
              <a:rPr lang="en-US" dirty="0"/>
              <a:t>Sorted Genres list</a:t>
            </a:r>
          </a:p>
          <a:p>
            <a:pPr lvl="1"/>
            <a:r>
              <a:rPr lang="en-US" dirty="0"/>
              <a:t>Each Genre contains a sorted doubly-linked Books list</a:t>
            </a:r>
          </a:p>
          <a:p>
            <a:r>
              <a:rPr lang="en-US" dirty="0"/>
              <a:t>Sorted Members list</a:t>
            </a:r>
          </a:p>
          <a:p>
            <a:pPr lvl="1"/>
            <a:r>
              <a:rPr lang="en-US" dirty="0"/>
              <a:t>Each Member contains an unsorted, sentinel-based, Loans list</a:t>
            </a:r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3E45A-7A08-4466-8AF3-55D3AA98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713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76BA-3444-433E-9D95-31FC8792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85065"/>
            <a:ext cx="10515600" cy="1777410"/>
          </a:xfrm>
        </p:spPr>
        <p:txBody>
          <a:bodyPr/>
          <a:lstStyle/>
          <a:p>
            <a:r>
              <a:rPr lang="en-US" dirty="0"/>
              <a:t>Design &amp;</a:t>
            </a:r>
            <a:br>
              <a:rPr lang="en-US" dirty="0"/>
            </a:br>
            <a:r>
              <a:rPr lang="en-US" dirty="0"/>
              <a:t>Data Structures</a:t>
            </a:r>
            <a:endParaRPr lang="el-G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80F3E-6A21-435E-8CCE-311E6CF28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DAA97-A522-4310-A148-32C03A05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99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DBF21-1CE3-4A29-A032-7716476E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C5A86-BFE7-48B9-B860-EE836679E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727" y="0"/>
            <a:ext cx="6234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0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5B8399-05F8-44E9-ACE3-5EF04789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</a:t>
            </a:r>
            <a:endParaRPr lang="el-G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F67332-DC71-4872-98C3-94EDEDEAF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399027"/>
            <a:ext cx="5381709" cy="4163244"/>
          </a:xfrm>
        </p:spPr>
        <p:txBody>
          <a:bodyPr>
            <a:normAutofit/>
          </a:bodyPr>
          <a:lstStyle/>
          <a:p>
            <a:r>
              <a:rPr lang="en-US" dirty="0"/>
              <a:t>Type Library</a:t>
            </a:r>
          </a:p>
          <a:p>
            <a:pPr lvl="1"/>
            <a:r>
              <a:rPr lang="en-US" dirty="0"/>
              <a:t>struct of 2 pointers to lists</a:t>
            </a:r>
          </a:p>
          <a:p>
            <a:pPr lvl="1"/>
            <a:r>
              <a:rPr lang="en-US" b="1" dirty="0"/>
              <a:t>genres </a:t>
            </a:r>
            <a:r>
              <a:rPr lang="en-US" dirty="0"/>
              <a:t>pointer to Genre List</a:t>
            </a:r>
          </a:p>
          <a:p>
            <a:pPr lvl="1"/>
            <a:r>
              <a:rPr lang="en-US" b="1" dirty="0"/>
              <a:t>members </a:t>
            </a:r>
            <a:r>
              <a:rPr lang="en-US" dirty="0"/>
              <a:t>pointer to Member List</a:t>
            </a:r>
          </a:p>
          <a:p>
            <a:pPr lvl="1"/>
            <a:r>
              <a:rPr lang="en-US" dirty="0"/>
              <a:t>Both lists</a:t>
            </a:r>
          </a:p>
          <a:p>
            <a:pPr lvl="2"/>
            <a:r>
              <a:rPr lang="en-US" dirty="0"/>
              <a:t>Singly-Linked</a:t>
            </a:r>
          </a:p>
          <a:p>
            <a:pPr lvl="2"/>
            <a:r>
              <a:rPr lang="en-US" dirty="0"/>
              <a:t>Sorted by id (gid or </a:t>
            </a:r>
            <a:r>
              <a:rPr lang="en-US" dirty="0" err="1"/>
              <a:t>sid</a:t>
            </a:r>
            <a:r>
              <a:rPr lang="en-US" dirty="0"/>
              <a:t>)</a:t>
            </a:r>
          </a:p>
          <a:p>
            <a:r>
              <a:rPr lang="en-US" dirty="0"/>
              <a:t>1 global Library instance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DBF21-1CE3-4A29-A032-7716476E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5B5D77D-172C-4FD8-BC1D-EE68F5610F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674" y="2309412"/>
            <a:ext cx="3264568" cy="3657299"/>
          </a:xfrm>
        </p:spPr>
      </p:pic>
    </p:spTree>
    <p:extLst>
      <p:ext uri="{BB962C8B-B14F-4D97-AF65-F5344CB8AC3E}">
        <p14:creationId xmlns:p14="http://schemas.microsoft.com/office/powerpoint/2010/main" val="428201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5B8399-05F8-44E9-ACE3-5EF04789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Genre List</a:t>
            </a:r>
            <a:endParaRPr lang="el-G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F67332-DC71-4872-98C3-94EDEDEAF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399027"/>
            <a:ext cx="5381709" cy="4163244"/>
          </a:xfrm>
        </p:spPr>
        <p:txBody>
          <a:bodyPr>
            <a:normAutofit/>
          </a:bodyPr>
          <a:lstStyle/>
          <a:p>
            <a:r>
              <a:rPr lang="en-US" dirty="0"/>
              <a:t>Genre List</a:t>
            </a:r>
          </a:p>
          <a:p>
            <a:pPr lvl="1"/>
            <a:r>
              <a:rPr lang="en-US" dirty="0"/>
              <a:t>Singly-Linked</a:t>
            </a:r>
          </a:p>
          <a:p>
            <a:pPr lvl="1"/>
            <a:r>
              <a:rPr lang="en-US" dirty="0"/>
              <a:t>Sorted by </a:t>
            </a:r>
            <a:r>
              <a:rPr lang="en-US" b="1" dirty="0"/>
              <a:t>gid</a:t>
            </a:r>
            <a:endParaRPr lang="en-US" dirty="0"/>
          </a:p>
          <a:p>
            <a:r>
              <a:rPr lang="en-US" dirty="0"/>
              <a:t>Type Genre</a:t>
            </a:r>
            <a:endParaRPr lang="el-GR" dirty="0"/>
          </a:p>
          <a:p>
            <a:pPr lvl="1"/>
            <a:r>
              <a:rPr lang="en-US" b="1" dirty="0"/>
              <a:t>gid</a:t>
            </a:r>
            <a:r>
              <a:rPr lang="en-US" dirty="0"/>
              <a:t> unique id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 string (chars array)</a:t>
            </a:r>
          </a:p>
          <a:p>
            <a:pPr lvl="1"/>
            <a:r>
              <a:rPr lang="en-US" b="1" dirty="0"/>
              <a:t>books</a:t>
            </a:r>
            <a:r>
              <a:rPr lang="en-US" dirty="0"/>
              <a:t> pointer to Book List</a:t>
            </a:r>
          </a:p>
          <a:p>
            <a:pPr lvl="1"/>
            <a:r>
              <a:rPr lang="en-US" b="1" dirty="0"/>
              <a:t>slots </a:t>
            </a:r>
            <a:r>
              <a:rPr lang="en-US" dirty="0"/>
              <a:t>count of display slots</a:t>
            </a:r>
          </a:p>
          <a:p>
            <a:pPr lvl="1"/>
            <a:r>
              <a:rPr lang="en-US" b="1" dirty="0" err="1"/>
              <a:t>lost_count</a:t>
            </a:r>
            <a:r>
              <a:rPr lang="en-US" b="1" dirty="0"/>
              <a:t> </a:t>
            </a:r>
            <a:r>
              <a:rPr lang="en-US" dirty="0"/>
              <a:t>count of lost books</a:t>
            </a:r>
            <a:endParaRPr lang="en-US" b="1" dirty="0"/>
          </a:p>
          <a:p>
            <a:pPr lvl="1"/>
            <a:r>
              <a:rPr lang="en-US" b="1" dirty="0" err="1"/>
              <a:t>invalid_count</a:t>
            </a:r>
            <a:r>
              <a:rPr lang="en-US" dirty="0"/>
              <a:t> count of invalid reviews</a:t>
            </a:r>
            <a:endParaRPr lang="en-US" b="1" dirty="0"/>
          </a:p>
          <a:p>
            <a:pPr lvl="1"/>
            <a:r>
              <a:rPr lang="en-US" b="1" dirty="0"/>
              <a:t>next</a:t>
            </a:r>
            <a:r>
              <a:rPr lang="en-US" dirty="0"/>
              <a:t> pointer to Genre</a:t>
            </a:r>
            <a:endParaRPr lang="el-G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DBF21-1CE3-4A29-A032-7716476E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B7A0D1-A72C-447B-8E55-5D5069FDDF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012" y="2261937"/>
            <a:ext cx="1756609" cy="4105192"/>
          </a:xfrm>
        </p:spPr>
      </p:pic>
    </p:spTree>
    <p:extLst>
      <p:ext uri="{BB962C8B-B14F-4D97-AF65-F5344CB8AC3E}">
        <p14:creationId xmlns:p14="http://schemas.microsoft.com/office/powerpoint/2010/main" val="424316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5B8399-05F8-44E9-ACE3-5EF04789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List</a:t>
            </a:r>
            <a:endParaRPr lang="el-G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F67332-DC71-4872-98C3-94EDEDEAF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399027"/>
            <a:ext cx="5381709" cy="416324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Book List</a:t>
            </a:r>
          </a:p>
          <a:p>
            <a:pPr lvl="1"/>
            <a:r>
              <a:rPr lang="en-US" dirty="0"/>
              <a:t>Doubly-Linked</a:t>
            </a:r>
          </a:p>
          <a:p>
            <a:pPr lvl="1"/>
            <a:r>
              <a:rPr lang="en-US" dirty="0"/>
              <a:t>Sorted descending by </a:t>
            </a:r>
            <a:r>
              <a:rPr lang="en-US" b="1" dirty="0"/>
              <a:t>avg</a:t>
            </a:r>
            <a:endParaRPr lang="en-US" dirty="0"/>
          </a:p>
          <a:p>
            <a:r>
              <a:rPr lang="en-US" dirty="0"/>
              <a:t>Type Book</a:t>
            </a:r>
            <a:endParaRPr lang="el-GR" dirty="0"/>
          </a:p>
          <a:p>
            <a:pPr lvl="1"/>
            <a:r>
              <a:rPr lang="en-US" b="1" dirty="0"/>
              <a:t>bid</a:t>
            </a:r>
            <a:r>
              <a:rPr lang="en-US" dirty="0"/>
              <a:t> unique id</a:t>
            </a:r>
          </a:p>
          <a:p>
            <a:pPr lvl="1"/>
            <a:r>
              <a:rPr lang="en-US" b="1" dirty="0"/>
              <a:t>gid</a:t>
            </a:r>
            <a:r>
              <a:rPr lang="en-US" dirty="0"/>
              <a:t> genre id</a:t>
            </a:r>
          </a:p>
          <a:p>
            <a:pPr lvl="1"/>
            <a:r>
              <a:rPr lang="en-US" b="1" dirty="0"/>
              <a:t>title</a:t>
            </a:r>
            <a:r>
              <a:rPr lang="en-US" dirty="0"/>
              <a:t> string (chars array)</a:t>
            </a:r>
          </a:p>
          <a:p>
            <a:pPr lvl="1"/>
            <a:r>
              <a:rPr lang="en-US" b="1" dirty="0" err="1"/>
              <a:t>sum_scores</a:t>
            </a:r>
            <a:r>
              <a:rPr lang="en-US" b="1" dirty="0"/>
              <a:t> </a:t>
            </a:r>
            <a:r>
              <a:rPr lang="en-US" dirty="0"/>
              <a:t>sum of received user scores</a:t>
            </a:r>
            <a:endParaRPr lang="en-US" b="1" dirty="0"/>
          </a:p>
          <a:p>
            <a:pPr lvl="1"/>
            <a:r>
              <a:rPr lang="en-US" b="1" dirty="0" err="1"/>
              <a:t>n_reviews</a:t>
            </a:r>
            <a:r>
              <a:rPr lang="en-US" dirty="0"/>
              <a:t> sum of received user reviews</a:t>
            </a:r>
          </a:p>
          <a:p>
            <a:pPr lvl="1"/>
            <a:r>
              <a:rPr lang="en-US" b="1" dirty="0"/>
              <a:t>avg</a:t>
            </a:r>
            <a:r>
              <a:rPr lang="en-US" dirty="0"/>
              <a:t> floor(</a:t>
            </a:r>
            <a:r>
              <a:rPr lang="en-US" dirty="0" err="1"/>
              <a:t>sum_scores</a:t>
            </a:r>
            <a:r>
              <a:rPr lang="en-US" dirty="0"/>
              <a:t> / </a:t>
            </a:r>
            <a:r>
              <a:rPr lang="en-US" dirty="0" err="1"/>
              <a:t>sum_reviews</a:t>
            </a:r>
            <a:r>
              <a:rPr lang="en-US" dirty="0"/>
              <a:t>)</a:t>
            </a:r>
            <a:endParaRPr lang="en-US" b="1" dirty="0"/>
          </a:p>
          <a:p>
            <a:pPr lvl="1"/>
            <a:r>
              <a:rPr lang="en-US" b="1" dirty="0" err="1"/>
              <a:t>lost_flag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. true if book is reported as lost</a:t>
            </a:r>
            <a:endParaRPr lang="en-US" b="1" dirty="0"/>
          </a:p>
          <a:p>
            <a:pPr lvl="1"/>
            <a:r>
              <a:rPr lang="en-US" b="1" dirty="0"/>
              <a:t>next</a:t>
            </a:r>
            <a:r>
              <a:rPr lang="en-US" dirty="0"/>
              <a:t> pointer to Book</a:t>
            </a:r>
          </a:p>
          <a:p>
            <a:pPr lvl="1"/>
            <a:r>
              <a:rPr lang="en-US" b="1" dirty="0" err="1"/>
              <a:t>prev</a:t>
            </a:r>
            <a:r>
              <a:rPr lang="en-US" dirty="0"/>
              <a:t> pointer to Book</a:t>
            </a:r>
            <a:endParaRPr lang="el-G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DBF21-1CE3-4A29-A032-7716476E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69E0373-EA42-42DC-BDA4-15B46065EF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818" y="2399026"/>
            <a:ext cx="3016245" cy="3937606"/>
          </a:xfrm>
        </p:spPr>
      </p:pic>
    </p:spTree>
    <p:extLst>
      <p:ext uri="{BB962C8B-B14F-4D97-AF65-F5344CB8AC3E}">
        <p14:creationId xmlns:p14="http://schemas.microsoft.com/office/powerpoint/2010/main" val="1745384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5B8399-05F8-44E9-ACE3-5EF04789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List</a:t>
            </a:r>
            <a:endParaRPr lang="el-G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F67332-DC71-4872-98C3-94EDEDEAF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399027"/>
            <a:ext cx="5381709" cy="4163244"/>
          </a:xfrm>
        </p:spPr>
        <p:txBody>
          <a:bodyPr>
            <a:normAutofit/>
          </a:bodyPr>
          <a:lstStyle/>
          <a:p>
            <a:r>
              <a:rPr lang="en-US" dirty="0"/>
              <a:t>Member List</a:t>
            </a:r>
          </a:p>
          <a:p>
            <a:pPr lvl="1"/>
            <a:r>
              <a:rPr lang="en-US" dirty="0"/>
              <a:t>Singly-Linked</a:t>
            </a:r>
          </a:p>
          <a:p>
            <a:pPr lvl="1"/>
            <a:r>
              <a:rPr lang="en-US" dirty="0"/>
              <a:t>Sorted by </a:t>
            </a:r>
            <a:r>
              <a:rPr lang="en-US" b="1" dirty="0" err="1"/>
              <a:t>sid</a:t>
            </a:r>
            <a:endParaRPr lang="en-US" dirty="0"/>
          </a:p>
          <a:p>
            <a:r>
              <a:rPr lang="en-US" dirty="0"/>
              <a:t>Type Member</a:t>
            </a:r>
            <a:endParaRPr lang="el-GR" dirty="0"/>
          </a:p>
          <a:p>
            <a:pPr lvl="1"/>
            <a:r>
              <a:rPr lang="en-US" b="1" dirty="0" err="1"/>
              <a:t>sid</a:t>
            </a:r>
            <a:r>
              <a:rPr lang="en-US" dirty="0"/>
              <a:t> unique id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 string (chars array)</a:t>
            </a:r>
          </a:p>
          <a:p>
            <a:pPr lvl="1"/>
            <a:r>
              <a:rPr lang="en-US" b="1" dirty="0"/>
              <a:t>next</a:t>
            </a:r>
            <a:r>
              <a:rPr lang="en-US" dirty="0"/>
              <a:t> pointer to Member</a:t>
            </a:r>
            <a:endParaRPr lang="el-G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DBF21-1CE3-4A29-A032-7716476E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10EB8B4-A723-49A6-B411-F96568C727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7" y="2372721"/>
            <a:ext cx="2857393" cy="4020057"/>
          </a:xfrm>
        </p:spPr>
      </p:pic>
    </p:spTree>
    <p:extLst>
      <p:ext uri="{BB962C8B-B14F-4D97-AF65-F5344CB8AC3E}">
        <p14:creationId xmlns:p14="http://schemas.microsoft.com/office/powerpoint/2010/main" val="69155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5B8399-05F8-44E9-ACE3-5EF04789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List</a:t>
            </a:r>
            <a:endParaRPr lang="el-G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F67332-DC71-4872-98C3-94EDEDEAF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399027"/>
            <a:ext cx="5381709" cy="4163244"/>
          </a:xfrm>
        </p:spPr>
        <p:txBody>
          <a:bodyPr>
            <a:normAutofit/>
          </a:bodyPr>
          <a:lstStyle/>
          <a:p>
            <a:r>
              <a:rPr lang="en-US" dirty="0"/>
              <a:t>Loan List</a:t>
            </a:r>
          </a:p>
          <a:p>
            <a:pPr lvl="1"/>
            <a:r>
              <a:rPr lang="en-US" dirty="0"/>
              <a:t>Singly-Linked</a:t>
            </a:r>
          </a:p>
          <a:p>
            <a:pPr lvl="1"/>
            <a:r>
              <a:rPr lang="en-US" dirty="0"/>
              <a:t>Sentinel</a:t>
            </a:r>
          </a:p>
          <a:p>
            <a:r>
              <a:rPr lang="en-US" dirty="0"/>
              <a:t>Type Loan</a:t>
            </a:r>
            <a:endParaRPr lang="el-GR" dirty="0"/>
          </a:p>
          <a:p>
            <a:pPr lvl="1"/>
            <a:r>
              <a:rPr lang="en-US" b="1" dirty="0" err="1"/>
              <a:t>sid</a:t>
            </a:r>
            <a:r>
              <a:rPr lang="en-US" dirty="0"/>
              <a:t> member id</a:t>
            </a:r>
          </a:p>
          <a:p>
            <a:pPr lvl="1"/>
            <a:r>
              <a:rPr lang="en-US" b="1" dirty="0"/>
              <a:t>bid</a:t>
            </a:r>
            <a:r>
              <a:rPr lang="en-US" dirty="0"/>
              <a:t> book id</a:t>
            </a:r>
            <a:endParaRPr lang="el-GR" dirty="0"/>
          </a:p>
          <a:p>
            <a:pPr lvl="1"/>
            <a:r>
              <a:rPr lang="en-US" b="1" dirty="0"/>
              <a:t>next</a:t>
            </a:r>
            <a:r>
              <a:rPr lang="en-US" dirty="0"/>
              <a:t> pointer to Loan</a:t>
            </a:r>
            <a:endParaRPr lang="el-G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DBF21-1CE3-4A29-A032-7716476E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D3DB66-D957-4BE0-A8F6-55787CA1975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04" y="3184358"/>
            <a:ext cx="4770477" cy="2125579"/>
          </a:xfrm>
        </p:spPr>
      </p:pic>
    </p:spTree>
    <p:extLst>
      <p:ext uri="{BB962C8B-B14F-4D97-AF65-F5344CB8AC3E}">
        <p14:creationId xmlns:p14="http://schemas.microsoft.com/office/powerpoint/2010/main" val="1089963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6C96-17F5-46F8-8A29-A8E8E772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l-G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F3C89-A9DE-4DF2-993C-3B965ED6B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5480D-8484-4C48-A076-04ABC3B9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26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741E5-1D40-4F00-8629-B06C9F1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26986"/>
            <a:ext cx="8761413" cy="1200329"/>
          </a:xfrm>
        </p:spPr>
        <p:txBody>
          <a:bodyPr>
            <a:spAutoFit/>
          </a:bodyPr>
          <a:lstStyle/>
          <a:p>
            <a:r>
              <a:rPr lang="en-US" dirty="0"/>
              <a:t>G &lt;gid&gt; &lt;name&gt;</a:t>
            </a:r>
            <a:br>
              <a:rPr lang="en-US" dirty="0"/>
            </a:br>
            <a:r>
              <a:rPr lang="en-US" dirty="0"/>
              <a:t>Insert Genre</a:t>
            </a:r>
            <a:endParaRPr lang="el-G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E13D0-F32E-4C6A-B600-674806F92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063"/>
            <a:ext cx="10186814" cy="4387516"/>
          </a:xfrm>
        </p:spPr>
        <p:txBody>
          <a:bodyPr>
            <a:normAutofit/>
          </a:bodyPr>
          <a:lstStyle/>
          <a:p>
            <a:r>
              <a:rPr lang="en-US" dirty="0"/>
              <a:t>Inserts genre </a:t>
            </a:r>
            <a:r>
              <a:rPr lang="en-US" b="1" dirty="0"/>
              <a:t>gid</a:t>
            </a:r>
          </a:p>
          <a:p>
            <a:pPr lvl="1"/>
            <a:r>
              <a:rPr lang="en-US" dirty="0"/>
              <a:t>Find genre </a:t>
            </a:r>
            <a:r>
              <a:rPr lang="en-US" b="1" dirty="0"/>
              <a:t>gid</a:t>
            </a:r>
            <a:r>
              <a:rPr lang="en-US" dirty="0"/>
              <a:t> in library genres list</a:t>
            </a:r>
          </a:p>
          <a:p>
            <a:pPr lvl="1"/>
            <a:r>
              <a:rPr lang="en-US" dirty="0"/>
              <a:t>If it exists, return</a:t>
            </a:r>
          </a:p>
          <a:p>
            <a:pPr lvl="1"/>
            <a:r>
              <a:rPr lang="en-US" dirty="0"/>
              <a:t>Insert genre </a:t>
            </a:r>
            <a:r>
              <a:rPr lang="en-US" b="1" dirty="0"/>
              <a:t>gid</a:t>
            </a:r>
          </a:p>
          <a:p>
            <a:pPr lvl="1"/>
            <a:r>
              <a:rPr lang="en-US" dirty="0"/>
              <a:t>S</a:t>
            </a:r>
            <a:r>
              <a:rPr lang="en-US"/>
              <a:t>orted </a:t>
            </a:r>
            <a:r>
              <a:rPr lang="en-US" dirty="0"/>
              <a:t>Insert</a:t>
            </a:r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13B3B-8728-488D-86D0-80F83EDF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34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741E5-1D40-4F00-8629-B06C9F1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26986"/>
            <a:ext cx="8761413" cy="1200329"/>
          </a:xfrm>
        </p:spPr>
        <p:txBody>
          <a:bodyPr>
            <a:spAutoFit/>
          </a:bodyPr>
          <a:lstStyle/>
          <a:p>
            <a:r>
              <a:rPr lang="en-US" dirty="0"/>
              <a:t>BK &lt;bid&gt; &lt;gid&gt; &lt;title&gt;</a:t>
            </a:r>
            <a:br>
              <a:rPr lang="en-US" dirty="0"/>
            </a:br>
            <a:r>
              <a:rPr lang="en-US" dirty="0"/>
              <a:t>Insert Book</a:t>
            </a:r>
            <a:endParaRPr lang="el-G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E13D0-F32E-4C6A-B600-674806F92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063"/>
            <a:ext cx="10186814" cy="4387516"/>
          </a:xfrm>
        </p:spPr>
        <p:txBody>
          <a:bodyPr>
            <a:normAutofit/>
          </a:bodyPr>
          <a:lstStyle/>
          <a:p>
            <a:r>
              <a:rPr lang="en-US" dirty="0"/>
              <a:t>Inserts book </a:t>
            </a:r>
            <a:r>
              <a:rPr lang="en-US" b="1" dirty="0"/>
              <a:t>bid</a:t>
            </a:r>
            <a:r>
              <a:rPr lang="en-US" dirty="0"/>
              <a:t> to genre </a:t>
            </a:r>
            <a:r>
              <a:rPr lang="en-US" b="1" dirty="0"/>
              <a:t>gid</a:t>
            </a:r>
          </a:p>
          <a:p>
            <a:pPr lvl="1"/>
            <a:r>
              <a:rPr lang="en-US" dirty="0"/>
              <a:t>Find genre </a:t>
            </a:r>
            <a:r>
              <a:rPr lang="en-US" b="1" dirty="0"/>
              <a:t>gid </a:t>
            </a:r>
            <a:r>
              <a:rPr lang="en-US" dirty="0"/>
              <a:t>in library genres list</a:t>
            </a:r>
          </a:p>
          <a:p>
            <a:pPr lvl="1"/>
            <a:r>
              <a:rPr lang="en-US" dirty="0"/>
              <a:t>Search for book </a:t>
            </a:r>
            <a:r>
              <a:rPr lang="en-US" b="1" dirty="0"/>
              <a:t>bid</a:t>
            </a:r>
          </a:p>
          <a:p>
            <a:pPr lvl="1"/>
            <a:r>
              <a:rPr lang="en-US" dirty="0"/>
              <a:t>If it exists, return</a:t>
            </a:r>
          </a:p>
          <a:p>
            <a:pPr lvl="1"/>
            <a:r>
              <a:rPr lang="en-US" dirty="0"/>
              <a:t>Initialize book </a:t>
            </a:r>
            <a:r>
              <a:rPr lang="en-US" b="1" dirty="0"/>
              <a:t>bid</a:t>
            </a:r>
            <a:r>
              <a:rPr lang="en-US" dirty="0"/>
              <a:t> data to zero</a:t>
            </a:r>
          </a:p>
          <a:p>
            <a:pPr lvl="1"/>
            <a:r>
              <a:rPr lang="en-US" dirty="0"/>
              <a:t>Insert book </a:t>
            </a:r>
            <a:r>
              <a:rPr lang="en-US" b="1" dirty="0"/>
              <a:t>bid</a:t>
            </a:r>
            <a:endParaRPr lang="en-US" dirty="0"/>
          </a:p>
          <a:p>
            <a:pPr lvl="1"/>
            <a:r>
              <a:rPr lang="en-US" dirty="0"/>
              <a:t>Sorted Insert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13B3B-8728-488D-86D0-80F83EDF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271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741E5-1D40-4F00-8629-B06C9F1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26986"/>
            <a:ext cx="8761413" cy="1200329"/>
          </a:xfrm>
        </p:spPr>
        <p:txBody>
          <a:bodyPr>
            <a:spAutoFit/>
          </a:bodyPr>
          <a:lstStyle/>
          <a:p>
            <a:r>
              <a:rPr lang="en-US" dirty="0"/>
              <a:t>M &lt;</a:t>
            </a:r>
            <a:r>
              <a:rPr lang="en-US" dirty="0" err="1"/>
              <a:t>sid</a:t>
            </a:r>
            <a:r>
              <a:rPr lang="en-US" dirty="0"/>
              <a:t>&gt; &lt;name&gt;</a:t>
            </a:r>
            <a:br>
              <a:rPr lang="en-US" dirty="0"/>
            </a:br>
            <a:r>
              <a:rPr lang="en-US" dirty="0"/>
              <a:t>Insert Member</a:t>
            </a:r>
            <a:endParaRPr lang="el-G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E13D0-F32E-4C6A-B600-674806F92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063"/>
            <a:ext cx="10186814" cy="4387516"/>
          </a:xfrm>
        </p:spPr>
        <p:txBody>
          <a:bodyPr>
            <a:normAutofit/>
          </a:bodyPr>
          <a:lstStyle/>
          <a:p>
            <a:r>
              <a:rPr lang="en-US" dirty="0"/>
              <a:t>Inserts member </a:t>
            </a:r>
            <a:r>
              <a:rPr lang="en-US" b="1" dirty="0" err="1"/>
              <a:t>sid</a:t>
            </a:r>
            <a:endParaRPr lang="en-US" b="1" dirty="0"/>
          </a:p>
          <a:p>
            <a:pPr lvl="1"/>
            <a:r>
              <a:rPr lang="en-US" dirty="0"/>
              <a:t>Find member </a:t>
            </a:r>
            <a:r>
              <a:rPr lang="en-US" b="1" dirty="0" err="1"/>
              <a:t>sid</a:t>
            </a:r>
            <a:r>
              <a:rPr lang="en-US" dirty="0"/>
              <a:t> in library members list</a:t>
            </a:r>
          </a:p>
          <a:p>
            <a:pPr lvl="1"/>
            <a:r>
              <a:rPr lang="en-US" dirty="0"/>
              <a:t>If it exists, return</a:t>
            </a:r>
          </a:p>
          <a:p>
            <a:pPr lvl="1"/>
            <a:r>
              <a:rPr lang="en-US" dirty="0"/>
              <a:t>Insert member </a:t>
            </a:r>
            <a:r>
              <a:rPr lang="en-US" b="1" dirty="0" err="1"/>
              <a:t>sid</a:t>
            </a:r>
            <a:endParaRPr lang="en-US" b="1" dirty="0"/>
          </a:p>
          <a:p>
            <a:pPr lvl="1"/>
            <a:r>
              <a:rPr lang="en-US" dirty="0"/>
              <a:t>Sorted Insert</a:t>
            </a:r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13B3B-8728-488D-86D0-80F83EDF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717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741E5-1D40-4F00-8629-B06C9F1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26986"/>
            <a:ext cx="8761413" cy="1200329"/>
          </a:xfrm>
        </p:spPr>
        <p:txBody>
          <a:bodyPr>
            <a:spAutoFit/>
          </a:bodyPr>
          <a:lstStyle/>
          <a:p>
            <a:r>
              <a:rPr lang="en-US" dirty="0"/>
              <a:t>L &lt;</a:t>
            </a:r>
            <a:r>
              <a:rPr lang="en-US" dirty="0" err="1"/>
              <a:t>sid</a:t>
            </a:r>
            <a:r>
              <a:rPr lang="en-US" dirty="0"/>
              <a:t>&gt; &lt;bid&gt;</a:t>
            </a:r>
            <a:br>
              <a:rPr lang="en-US" dirty="0"/>
            </a:br>
            <a:r>
              <a:rPr lang="en-US" dirty="0"/>
              <a:t>Loan Book</a:t>
            </a:r>
            <a:endParaRPr lang="el-G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E13D0-F32E-4C6A-B600-674806F92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063"/>
            <a:ext cx="10186814" cy="4387516"/>
          </a:xfrm>
        </p:spPr>
        <p:txBody>
          <a:bodyPr>
            <a:normAutofit/>
          </a:bodyPr>
          <a:lstStyle/>
          <a:p>
            <a:r>
              <a:rPr lang="en-US" dirty="0"/>
              <a:t>Inserts loan record </a:t>
            </a:r>
            <a:r>
              <a:rPr lang="en-US" b="1" dirty="0" err="1"/>
              <a:t>sid</a:t>
            </a:r>
            <a:r>
              <a:rPr lang="en-US" dirty="0"/>
              <a:t> of book </a:t>
            </a:r>
            <a:r>
              <a:rPr lang="en-US" b="1" dirty="0"/>
              <a:t>bid</a:t>
            </a:r>
          </a:p>
          <a:p>
            <a:pPr lvl="1"/>
            <a:r>
              <a:rPr lang="en-US" dirty="0"/>
              <a:t>Find member </a:t>
            </a:r>
            <a:r>
              <a:rPr lang="en-US" b="1" dirty="0" err="1"/>
              <a:t>sid</a:t>
            </a:r>
            <a:r>
              <a:rPr lang="en-US" dirty="0"/>
              <a:t> in library members list</a:t>
            </a:r>
          </a:p>
          <a:p>
            <a:pPr lvl="1"/>
            <a:r>
              <a:rPr lang="en-US" dirty="0"/>
              <a:t>If not exists, return</a:t>
            </a:r>
          </a:p>
          <a:p>
            <a:pPr lvl="1"/>
            <a:r>
              <a:rPr lang="en-US" dirty="0"/>
              <a:t>Find book </a:t>
            </a:r>
            <a:r>
              <a:rPr lang="en-US" b="1" dirty="0"/>
              <a:t>bid</a:t>
            </a:r>
            <a:r>
              <a:rPr lang="en-US" dirty="0"/>
              <a:t>, across genres</a:t>
            </a:r>
            <a:endParaRPr lang="en-US" b="1" dirty="0"/>
          </a:p>
          <a:p>
            <a:pPr lvl="1"/>
            <a:r>
              <a:rPr lang="en-US" dirty="0"/>
              <a:t>If not exists, return</a:t>
            </a:r>
          </a:p>
          <a:p>
            <a:pPr lvl="1"/>
            <a:r>
              <a:rPr lang="en-US" dirty="0"/>
              <a:t>Find loan record of book </a:t>
            </a:r>
            <a:r>
              <a:rPr lang="en-US" b="1" dirty="0"/>
              <a:t>bid</a:t>
            </a:r>
            <a:r>
              <a:rPr lang="en-US" dirty="0"/>
              <a:t>, among loan records of member </a:t>
            </a:r>
            <a:r>
              <a:rPr lang="en-US" b="1" dirty="0" err="1"/>
              <a:t>sid</a:t>
            </a:r>
            <a:endParaRPr lang="en-US" b="1" dirty="0"/>
          </a:p>
          <a:p>
            <a:pPr lvl="1"/>
            <a:r>
              <a:rPr lang="en-US" dirty="0"/>
              <a:t>If it exists, return</a:t>
            </a:r>
            <a:endParaRPr lang="el-GR" dirty="0"/>
          </a:p>
          <a:p>
            <a:pPr lvl="1"/>
            <a:r>
              <a:rPr lang="en-US" dirty="0"/>
              <a:t>Insert loan record of book </a:t>
            </a:r>
            <a:r>
              <a:rPr lang="en-US" b="1" dirty="0"/>
              <a:t>bid</a:t>
            </a:r>
            <a:r>
              <a:rPr lang="en-US" dirty="0"/>
              <a:t>, to loan records of member </a:t>
            </a:r>
            <a:r>
              <a:rPr lang="en-US" b="1" dirty="0" err="1"/>
              <a:t>sid</a:t>
            </a:r>
            <a:endParaRPr lang="el-GR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13B3B-8728-488D-86D0-80F83EDF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854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741E5-1D40-4F00-8629-B06C9F1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26986"/>
            <a:ext cx="8761413" cy="1200329"/>
          </a:xfrm>
        </p:spPr>
        <p:txBody>
          <a:bodyPr>
            <a:spAutoFit/>
          </a:bodyPr>
          <a:lstStyle/>
          <a:p>
            <a:r>
              <a:rPr lang="en-US" dirty="0"/>
              <a:t>R &lt;</a:t>
            </a:r>
            <a:r>
              <a:rPr lang="en-US" dirty="0" err="1"/>
              <a:t>sid</a:t>
            </a:r>
            <a:r>
              <a:rPr lang="en-US" dirty="0"/>
              <a:t>&gt; &lt;bid&gt; &lt;score&gt; &lt;status&gt;</a:t>
            </a:r>
            <a:br>
              <a:rPr lang="en-US" dirty="0"/>
            </a:br>
            <a:r>
              <a:rPr lang="en-US" dirty="0"/>
              <a:t>Return Book</a:t>
            </a:r>
            <a:endParaRPr lang="el-G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E13D0-F32E-4C6A-B600-674806F92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063"/>
            <a:ext cx="10186814" cy="438751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Update book and genre stats, and delete loan record</a:t>
            </a:r>
          </a:p>
          <a:p>
            <a:pPr lvl="1"/>
            <a:r>
              <a:rPr lang="en-US" dirty="0"/>
              <a:t>Find member </a:t>
            </a:r>
            <a:r>
              <a:rPr lang="en-US" b="1" dirty="0" err="1"/>
              <a:t>sid</a:t>
            </a:r>
            <a:r>
              <a:rPr lang="en-US" dirty="0"/>
              <a:t> in library members list. If not exists, return.</a:t>
            </a:r>
          </a:p>
          <a:p>
            <a:pPr lvl="1"/>
            <a:r>
              <a:rPr lang="en-US" dirty="0"/>
              <a:t>Find loan record of book </a:t>
            </a:r>
            <a:r>
              <a:rPr lang="en-US" b="1" dirty="0"/>
              <a:t>bid</a:t>
            </a:r>
            <a:r>
              <a:rPr lang="en-US" dirty="0"/>
              <a:t>, among </a:t>
            </a:r>
            <a:r>
              <a:rPr lang="en-US" b="1" dirty="0" err="1"/>
              <a:t>sid</a:t>
            </a:r>
            <a:r>
              <a:rPr lang="en-US" dirty="0"/>
              <a:t> loans. If not exists, return.</a:t>
            </a:r>
          </a:p>
          <a:p>
            <a:pPr lvl="1"/>
            <a:r>
              <a:rPr lang="en-US" dirty="0"/>
              <a:t>Find book </a:t>
            </a:r>
            <a:r>
              <a:rPr lang="en-US" b="1" dirty="0"/>
              <a:t>bid</a:t>
            </a:r>
            <a:r>
              <a:rPr lang="en-US" dirty="0"/>
              <a:t>, across genres. If not exists, return.</a:t>
            </a:r>
          </a:p>
          <a:p>
            <a:pPr lvl="1"/>
            <a:r>
              <a:rPr lang="en-US" dirty="0"/>
              <a:t>Store the genre gid containing the book</a:t>
            </a:r>
          </a:p>
          <a:p>
            <a:pPr lvl="1"/>
            <a:r>
              <a:rPr lang="en-US" dirty="0"/>
              <a:t>If </a:t>
            </a:r>
            <a:r>
              <a:rPr lang="en-US" b="1" dirty="0"/>
              <a:t>status</a:t>
            </a:r>
            <a:r>
              <a:rPr lang="en-US" dirty="0"/>
              <a:t> is lost</a:t>
            </a:r>
          </a:p>
          <a:p>
            <a:pPr lvl="2"/>
            <a:r>
              <a:rPr lang="en-US" dirty="0"/>
              <a:t>Set book </a:t>
            </a:r>
            <a:r>
              <a:rPr lang="en-US" dirty="0" err="1"/>
              <a:t>lost_flag</a:t>
            </a:r>
            <a:r>
              <a:rPr lang="en-US" dirty="0"/>
              <a:t> to true. Update gid </a:t>
            </a:r>
            <a:r>
              <a:rPr lang="en-US" dirty="0" err="1"/>
              <a:t>lost_count</a:t>
            </a:r>
            <a:r>
              <a:rPr lang="en-US" dirty="0"/>
              <a:t>. Delete loan record.</a:t>
            </a:r>
          </a:p>
          <a:p>
            <a:pPr lvl="1"/>
            <a:r>
              <a:rPr lang="en-US" dirty="0"/>
              <a:t>If status is ok and score is NA. Delete loan record.</a:t>
            </a:r>
          </a:p>
          <a:p>
            <a:pPr lvl="1"/>
            <a:r>
              <a:rPr lang="en-US" dirty="0"/>
              <a:t>If status is ok and score is outside [0, 10]. Update gid </a:t>
            </a:r>
            <a:r>
              <a:rPr lang="en-US" dirty="0" err="1"/>
              <a:t>invalid_count</a:t>
            </a:r>
            <a:r>
              <a:rPr lang="en-US" dirty="0"/>
              <a:t> </a:t>
            </a:r>
            <a:r>
              <a:rPr lang="el-GR" dirty="0"/>
              <a:t>. </a:t>
            </a:r>
            <a:r>
              <a:rPr lang="en-US" dirty="0"/>
              <a:t>Delete loan record.</a:t>
            </a:r>
          </a:p>
          <a:p>
            <a:pPr lvl="1"/>
            <a:r>
              <a:rPr lang="en-US" dirty="0"/>
              <a:t>If status is ok and score is [0, 10] </a:t>
            </a:r>
            <a:endParaRPr lang="el-GR" dirty="0"/>
          </a:p>
          <a:p>
            <a:pPr lvl="2"/>
            <a:r>
              <a:rPr lang="en-US" dirty="0"/>
              <a:t>Update </a:t>
            </a:r>
            <a:r>
              <a:rPr lang="en-US" dirty="0" err="1"/>
              <a:t>n_reviews</a:t>
            </a:r>
            <a:r>
              <a:rPr lang="en-US" dirty="0"/>
              <a:t> = </a:t>
            </a:r>
            <a:r>
              <a:rPr lang="en-US" dirty="0" err="1"/>
              <a:t>n_reviews</a:t>
            </a:r>
            <a:r>
              <a:rPr lang="en-US" dirty="0"/>
              <a:t> + 1</a:t>
            </a:r>
          </a:p>
          <a:p>
            <a:pPr lvl="2"/>
            <a:r>
              <a:rPr lang="en-US" dirty="0"/>
              <a:t>Update </a:t>
            </a:r>
            <a:r>
              <a:rPr lang="en-US" dirty="0" err="1"/>
              <a:t>sum_scores</a:t>
            </a:r>
            <a:r>
              <a:rPr lang="en-US" dirty="0"/>
              <a:t> = </a:t>
            </a:r>
            <a:r>
              <a:rPr lang="en-US" dirty="0" err="1"/>
              <a:t>sum_scores</a:t>
            </a:r>
            <a:r>
              <a:rPr lang="en-US" dirty="0"/>
              <a:t> + score</a:t>
            </a:r>
          </a:p>
          <a:p>
            <a:pPr lvl="2"/>
            <a:r>
              <a:rPr lang="en-US" dirty="0"/>
              <a:t>Update avg = floor(</a:t>
            </a:r>
            <a:r>
              <a:rPr lang="en-US" dirty="0" err="1"/>
              <a:t>sum_scores</a:t>
            </a:r>
            <a:r>
              <a:rPr lang="en-US" dirty="0"/>
              <a:t> / </a:t>
            </a:r>
            <a:r>
              <a:rPr lang="en-US" dirty="0" err="1"/>
              <a:t>n_reviews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Reposition book in the gid book list. Book list must be sorted descending by avg.</a:t>
            </a:r>
          </a:p>
          <a:p>
            <a:pPr lvl="2"/>
            <a:r>
              <a:rPr lang="en-US" dirty="0"/>
              <a:t>Delete loan record</a:t>
            </a:r>
          </a:p>
          <a:p>
            <a:pPr lvl="1"/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13B3B-8728-488D-86D0-80F83EDF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889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741E5-1D40-4F00-8629-B06C9F1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26986"/>
            <a:ext cx="8761413" cy="1200329"/>
          </a:xfrm>
        </p:spPr>
        <p:txBody>
          <a:bodyPr>
            <a:spAutoFit/>
          </a:bodyPr>
          <a:lstStyle/>
          <a:p>
            <a:r>
              <a:rPr lang="en-US" dirty="0"/>
              <a:t>D</a:t>
            </a:r>
            <a:br>
              <a:rPr lang="en-US" dirty="0"/>
            </a:br>
            <a:r>
              <a:rPr lang="en-US" dirty="0"/>
              <a:t>Display Books</a:t>
            </a:r>
            <a:endParaRPr lang="el-G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E13D0-F32E-4C6A-B600-674806F92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063"/>
            <a:ext cx="10186814" cy="4387516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dirty="0"/>
              <a:t>Using the S event, set the total number of display slots as SLOTS</a:t>
            </a:r>
          </a:p>
          <a:p>
            <a:pPr lvl="1"/>
            <a:r>
              <a:rPr lang="en-US" dirty="0"/>
              <a:t>For each genre g:</a:t>
            </a:r>
          </a:p>
          <a:p>
            <a:pPr lvl="2"/>
            <a:r>
              <a:rPr lang="en-US" dirty="0"/>
              <a:t>points = sum(</a:t>
            </a:r>
            <a:r>
              <a:rPr lang="en-US" dirty="0" err="1"/>
              <a:t>book.sum_scores</a:t>
            </a:r>
            <a:r>
              <a:rPr lang="en-US" dirty="0"/>
              <a:t>) for each book where </a:t>
            </a:r>
            <a:r>
              <a:rPr lang="en-US" dirty="0" err="1"/>
              <a:t>n_reviews</a:t>
            </a:r>
            <a:r>
              <a:rPr lang="en-US" dirty="0"/>
              <a:t> &gt; 0 and </a:t>
            </a:r>
            <a:r>
              <a:rPr lang="en-US" dirty="0" err="1"/>
              <a:t>lost_flag</a:t>
            </a:r>
            <a:r>
              <a:rPr lang="en-US" dirty="0"/>
              <a:t>=false</a:t>
            </a:r>
          </a:p>
          <a:p>
            <a:pPr lvl="2"/>
            <a:r>
              <a:rPr lang="en-US" dirty="0"/>
              <a:t>quota = floor(points / SLOTS)</a:t>
            </a:r>
          </a:p>
          <a:p>
            <a:pPr lvl="2"/>
            <a:r>
              <a:rPr lang="en-US" dirty="0"/>
              <a:t>seats = floor(points / quota).</a:t>
            </a:r>
          </a:p>
          <a:p>
            <a:pPr lvl="2"/>
            <a:r>
              <a:rPr lang="en-US" dirty="0"/>
              <a:t>seats are decremented from SLOTS</a:t>
            </a:r>
          </a:p>
          <a:p>
            <a:pPr lvl="2"/>
            <a:r>
              <a:rPr lang="en-US" dirty="0"/>
              <a:t>rem = points – (seats</a:t>
            </a:r>
            <a:r>
              <a:rPr lang="el-GR" dirty="0"/>
              <a:t> * </a:t>
            </a:r>
            <a:r>
              <a:rPr lang="en-US" dirty="0"/>
              <a:t>quota) </a:t>
            </a:r>
          </a:p>
          <a:p>
            <a:pPr lvl="1"/>
            <a:r>
              <a:rPr lang="en-US" dirty="0"/>
              <a:t>Distribute remaining SLOTS to genres with the highest rem values:</a:t>
            </a:r>
          </a:p>
          <a:p>
            <a:pPr lvl="2"/>
            <a:r>
              <a:rPr lang="en-US" dirty="0"/>
              <a:t>From highest to lowest rem genres:</a:t>
            </a:r>
          </a:p>
          <a:p>
            <a:pPr lvl="3"/>
            <a:r>
              <a:rPr lang="en-US" dirty="0"/>
              <a:t>rem are decremented from SLOTS</a:t>
            </a:r>
          </a:p>
          <a:p>
            <a:pPr lvl="3"/>
            <a:r>
              <a:rPr lang="en-US" dirty="0"/>
              <a:t>seats = seats + rem</a:t>
            </a:r>
          </a:p>
          <a:p>
            <a:pPr lvl="1"/>
            <a:r>
              <a:rPr lang="en-US" dirty="0"/>
              <a:t>The final number of seats for each genre, is stored in the slots field: slots = seats</a:t>
            </a:r>
          </a:p>
          <a:p>
            <a:pPr lvl="1"/>
            <a:r>
              <a:rPr lang="en-US" dirty="0"/>
              <a:t>For each genre g:</a:t>
            </a:r>
          </a:p>
          <a:p>
            <a:pPr lvl="2"/>
            <a:r>
              <a:rPr lang="en-US" dirty="0"/>
              <a:t>Store the top n books with the highest avg score. Where n = </a:t>
            </a:r>
            <a:r>
              <a:rPr lang="en-US" dirty="0" err="1"/>
              <a:t>g.slots</a:t>
            </a:r>
            <a:endParaRPr lang="en-US" dirty="0"/>
          </a:p>
          <a:p>
            <a:pPr lvl="2"/>
            <a:r>
              <a:rPr lang="en-US" dirty="0"/>
              <a:t>These books can then be printed using the PD event</a:t>
            </a:r>
          </a:p>
          <a:p>
            <a:pPr lvl="2"/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13B3B-8728-488D-86D0-80F83EDF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057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C1E2-0501-4D2C-B512-392D31AB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Tips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D717D-720A-4114-BC30-CA786112F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02041"/>
            <a:ext cx="8825659" cy="421105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Understand</a:t>
            </a:r>
            <a:r>
              <a:rPr lang="en-US" dirty="0"/>
              <a:t> your algorithm </a:t>
            </a:r>
            <a:r>
              <a:rPr lang="en-US" b="1" dirty="0"/>
              <a:t>before</a:t>
            </a:r>
            <a:r>
              <a:rPr lang="en-US" dirty="0"/>
              <a:t> coding it</a:t>
            </a:r>
          </a:p>
          <a:p>
            <a:r>
              <a:rPr lang="en-US" dirty="0"/>
              <a:t>Test your algorithm with simple examples before coding</a:t>
            </a:r>
          </a:p>
          <a:p>
            <a:pPr lvl="1"/>
            <a:r>
              <a:rPr lang="en-US" dirty="0"/>
              <a:t>Use pen &amp; paper, draw shapes</a:t>
            </a:r>
          </a:p>
          <a:p>
            <a:r>
              <a:rPr lang="en-US" dirty="0"/>
              <a:t>After coding your algorithm test it with various inputs</a:t>
            </a:r>
          </a:p>
          <a:p>
            <a:pPr lvl="1"/>
            <a:r>
              <a:rPr lang="en-US" dirty="0"/>
              <a:t>Do this </a:t>
            </a:r>
            <a:r>
              <a:rPr lang="en-US" b="1" dirty="0"/>
              <a:t>before</a:t>
            </a:r>
            <a:r>
              <a:rPr lang="en-US" dirty="0"/>
              <a:t> moving the next algorithm</a:t>
            </a:r>
          </a:p>
          <a:p>
            <a:pPr lvl="1"/>
            <a:r>
              <a:rPr lang="en-US" dirty="0"/>
              <a:t>Make sure you are confident your code works before continuing</a:t>
            </a:r>
          </a:p>
          <a:p>
            <a:pPr lvl="1"/>
            <a:r>
              <a:rPr lang="en-US" dirty="0"/>
              <a:t>Use </a:t>
            </a:r>
            <a:r>
              <a:rPr lang="en-US" b="1" dirty="0" err="1"/>
              <a:t>gdb</a:t>
            </a:r>
            <a:r>
              <a:rPr lang="en-US" dirty="0"/>
              <a:t> to debug errors</a:t>
            </a:r>
          </a:p>
          <a:p>
            <a:r>
              <a:rPr lang="en-US" dirty="0"/>
              <a:t>If an algorithm is too complex, split it to simpler parts</a:t>
            </a:r>
          </a:p>
          <a:p>
            <a:pPr lvl="1"/>
            <a:r>
              <a:rPr lang="en-US" dirty="0"/>
              <a:t>Apply the above for each part recursively</a:t>
            </a:r>
          </a:p>
          <a:p>
            <a:r>
              <a:rPr lang="en-US" dirty="0"/>
              <a:t>Provided tests are </a:t>
            </a:r>
            <a:r>
              <a:rPr lang="en-US" b="1" dirty="0"/>
              <a:t>not enough</a:t>
            </a:r>
          </a:p>
          <a:p>
            <a:pPr lvl="1"/>
            <a:r>
              <a:rPr lang="en-US" dirty="0"/>
              <a:t>Implement </a:t>
            </a:r>
            <a:r>
              <a:rPr lang="en-US" b="1" dirty="0"/>
              <a:t>your own</a:t>
            </a:r>
            <a:r>
              <a:rPr lang="en-US" dirty="0"/>
              <a:t>, more complex, tests to verify correctness</a:t>
            </a:r>
          </a:p>
          <a:p>
            <a:pPr lvl="1"/>
            <a:r>
              <a:rPr lang="en-US" dirty="0"/>
              <a:t>Try to cover all possible input cases</a:t>
            </a:r>
          </a:p>
          <a:p>
            <a:r>
              <a:rPr lang="en-US" dirty="0"/>
              <a:t>Utilize </a:t>
            </a:r>
            <a:r>
              <a:rPr lang="en-US" b="1" dirty="0"/>
              <a:t>mailing list</a:t>
            </a:r>
            <a:r>
              <a:rPr lang="en-US" dirty="0"/>
              <a:t> and </a:t>
            </a:r>
            <a:r>
              <a:rPr lang="en-US" b="1" dirty="0"/>
              <a:t>office hours</a:t>
            </a:r>
            <a:endParaRPr lang="el-G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A3A9D-6273-4740-AD44-A124276E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0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2F52-EE5F-4270-9366-D00D46D3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Examination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604BE-F15D-436D-A259-BBF9BDD9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  <a:p>
            <a:pPr lvl="1"/>
            <a:r>
              <a:rPr lang="en-US" dirty="0"/>
              <a:t>Explaining your algorithms using high-level non-technical language</a:t>
            </a:r>
          </a:p>
          <a:p>
            <a:pPr lvl="1"/>
            <a:r>
              <a:rPr lang="en-US" dirty="0"/>
              <a:t>Try it on friends and non-technical people</a:t>
            </a:r>
          </a:p>
          <a:p>
            <a:pPr lvl="2"/>
            <a:r>
              <a:rPr lang="en-US" dirty="0"/>
              <a:t>Rubber duck method</a:t>
            </a:r>
          </a:p>
          <a:p>
            <a:pPr lvl="1"/>
            <a:r>
              <a:rPr lang="en-US" dirty="0"/>
              <a:t>Make sure your descriptions are understandable and convincing</a:t>
            </a:r>
          </a:p>
          <a:p>
            <a:r>
              <a:rPr lang="en-US" dirty="0"/>
              <a:t>Thoroughly </a:t>
            </a:r>
            <a:r>
              <a:rPr lang="en-US" b="1" dirty="0"/>
              <a:t>review</a:t>
            </a:r>
            <a:r>
              <a:rPr lang="en-US" dirty="0"/>
              <a:t> your project the day before the examination</a:t>
            </a:r>
          </a:p>
          <a:p>
            <a:pPr lvl="1"/>
            <a:r>
              <a:rPr lang="en-US" dirty="0"/>
              <a:t>Make sure your </a:t>
            </a:r>
            <a:r>
              <a:rPr lang="en-US" b="1" dirty="0"/>
              <a:t>remember</a:t>
            </a:r>
            <a:r>
              <a:rPr lang="en-US" dirty="0"/>
              <a:t> your design decisions and implementation details.</a:t>
            </a:r>
          </a:p>
          <a:p>
            <a:pPr lvl="1"/>
            <a:r>
              <a:rPr lang="en-US" dirty="0"/>
              <a:t>Try to answer </a:t>
            </a:r>
            <a:r>
              <a:rPr lang="en-US" b="1" dirty="0"/>
              <a:t>why</a:t>
            </a:r>
            <a:r>
              <a:rPr lang="en-US" dirty="0"/>
              <a:t> you made a design 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06CDC-8418-4645-B9CE-E19A829B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31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1795</TotalTime>
  <Words>991</Words>
  <Application>Microsoft Office PowerPoint</Application>
  <PresentationFormat>Widescreen</PresentationFormat>
  <Paragraphs>169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Ion Boardroom</vt:lpstr>
      <vt:lpstr>CS 240 Programming Assignment Phase 1</vt:lpstr>
      <vt:lpstr>Concept</vt:lpstr>
      <vt:lpstr>Design &amp; Data Structures</vt:lpstr>
      <vt:lpstr>PowerPoint Presentation</vt:lpstr>
      <vt:lpstr>Library</vt:lpstr>
      <vt:lpstr>Genre List</vt:lpstr>
      <vt:lpstr>Book List</vt:lpstr>
      <vt:lpstr>Member List</vt:lpstr>
      <vt:lpstr>Loan List</vt:lpstr>
      <vt:lpstr>Events</vt:lpstr>
      <vt:lpstr>G &lt;gid&gt; &lt;name&gt; Insert Genre</vt:lpstr>
      <vt:lpstr>BK &lt;bid&gt; &lt;gid&gt; &lt;title&gt; Insert Book</vt:lpstr>
      <vt:lpstr>M &lt;sid&gt; &lt;name&gt; Insert Member</vt:lpstr>
      <vt:lpstr>L &lt;sid&gt; &lt;bid&gt; Loan Book</vt:lpstr>
      <vt:lpstr>R &lt;sid&gt; &lt;bid&gt; &lt;score&gt; &lt;status&gt; Return Book</vt:lpstr>
      <vt:lpstr>D Display Books</vt:lpstr>
      <vt:lpstr>Coding Tips</vt:lpstr>
      <vt:lpstr>Examination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240 Programming Assignment Phase 2</dc:title>
  <dc:creator>Myron Tsatsarakis</dc:creator>
  <cp:lastModifiedBy>Myron Tsatsarakis</cp:lastModifiedBy>
  <cp:revision>65</cp:revision>
  <dcterms:created xsi:type="dcterms:W3CDTF">2024-11-29T12:36:52Z</dcterms:created>
  <dcterms:modified xsi:type="dcterms:W3CDTF">2025-10-07T14:01:41Z</dcterms:modified>
</cp:coreProperties>
</file>